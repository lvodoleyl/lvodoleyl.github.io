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Lst>
  <p:sldSz cy="5143500" cx="9144000"/>
  <p:notesSz cx="6858000" cy="9144000"/>
  <p:embeddedFontLst>
    <p:embeddedFont>
      <p:font typeface="Golos Text"/>
      <p:regular r:id="rId45"/>
      <p:bold r:id="rId46"/>
    </p:embeddedFont>
    <p:embeddedFont>
      <p:font typeface="Lato"/>
      <p:regular r:id="rId47"/>
      <p:bold r:id="rId48"/>
      <p:italic r:id="rId49"/>
      <p:boldItalic r:id="rId50"/>
    </p:embeddedFont>
    <p:embeddedFont>
      <p:font typeface="Lustria"/>
      <p:regular r:id="rId51"/>
    </p:embeddedFont>
    <p:embeddedFont>
      <p:font typeface="Golos Text SemiBold"/>
      <p:regular r:id="rId52"/>
      <p:bold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11">
          <p15:clr>
            <a:srgbClr val="A4A3A4"/>
          </p15:clr>
        </p15:guide>
        <p15:guide id="2" pos="2874">
          <p15:clr>
            <a:srgbClr val="A4A3A4"/>
          </p15:clr>
        </p15:guide>
      </p15:sldGuideLst>
    </p:ext>
    <p:ext uri="GoogleSlidesCustomDataVersion2">
      <go:slidesCustomData xmlns:go="http://customooxmlschemas.google.com/" r:id="rId54" roundtripDataSignature="AMtx7miLT/MWdRq0VLI+CsDQY8LlLHRjs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11" orient="horz"/>
        <p:guide pos="2874"/>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GolosText-bold.fntdata"/><Relationship Id="rId45" Type="http://schemas.openxmlformats.org/officeDocument/2006/relationships/font" Target="fonts/GolosText-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Lato-bold.fntdata"/><Relationship Id="rId47" Type="http://schemas.openxmlformats.org/officeDocument/2006/relationships/font" Target="fonts/Lato-regular.fntdata"/><Relationship Id="rId49" Type="http://schemas.openxmlformats.org/officeDocument/2006/relationships/font" Target="fonts/La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Lustria-regular.fntdata"/><Relationship Id="rId50" Type="http://schemas.openxmlformats.org/officeDocument/2006/relationships/font" Target="fonts/Lato-boldItalic.fntdata"/><Relationship Id="rId53" Type="http://schemas.openxmlformats.org/officeDocument/2006/relationships/font" Target="fonts/GolosTextSemiBold-bold.fntdata"/><Relationship Id="rId52" Type="http://schemas.openxmlformats.org/officeDocument/2006/relationships/font" Target="fonts/GolosTextSemiBold-regular.fntdata"/><Relationship Id="rId11" Type="http://schemas.openxmlformats.org/officeDocument/2006/relationships/slide" Target="slides/slide6.xml"/><Relationship Id="rId10" Type="http://schemas.openxmlformats.org/officeDocument/2006/relationships/slide" Target="slides/slide5.xml"/><Relationship Id="rId54"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ru-RU"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7" name="Google Shape;167;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82c83c1f8c_0_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282c83c1f8c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2c39dba05ed_0_130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3" name="Google Shape;183;g2c39dba05ed_0_13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1f58dad81a1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0" name="Google Shape;190;g1f58dad81a1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1f58dad81a1_0_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9" name="Google Shape;199;g1f58dad81a1_0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1f58dad81a1_0_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8" name="Google Shape;208;g1f58dad81a1_0_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1f58dad81a1_0_3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8" name="Google Shape;218;g1f58dad81a1_0_3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1f58dad81a1_0_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8" name="Google Shape;228;g1f58dad81a1_0_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f58dad81a1_0_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g1f58dad81a1_0_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1f58dad81a1_0_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4" name="Google Shape;244;g1f58dad81a1_0_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1f58dad81a1_0_6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4" name="Google Shape;254;g1f58dad81a1_0_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1f58dad81a1_0_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3" name="Google Shape;263;g1f58dad81a1_0_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1f58dad81a1_0_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4" name="Google Shape;274;g1f58dad81a1_0_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1f58dad81a1_0_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4" name="Google Shape;284;g1f58dad81a1_0_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1f58dad81a1_0_8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4" name="Google Shape;294;g1f58dad81a1_0_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1f58dad81a1_0_9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3" name="Google Shape;303;g1f58dad81a1_0_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1f58dad81a1_0_9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g1f58dad81a1_0_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1f58dad81a1_0_10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8" name="Google Shape;318;g1f58dad81a1_0_1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1f58dad81a1_0_3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8" name="Google Shape;328;g1f58dad81a1_0_3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1f58dad81a1_0_37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9" name="Google Shape;339;g1f58dad81a1_0_3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1f58dad81a1_0_38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g1f58dad81a1_0_3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1f58dad81a1_0_39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g1f58dad81a1_0_3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1f58dad81a1_0_40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2" name="Google Shape;382;g1f58dad81a1_0_4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1f58dad81a1_0_4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8" name="Google Shape;398;g1f58dad81a1_0_4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1f58dad81a1_0_4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7" name="Google Shape;417;g1f58dad81a1_0_4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1f58dad81a1_0_4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8" name="Google Shape;438;g1f58dad81a1_0_4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1f58dad81a1_0_49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9" name="Google Shape;459;g1f58dad81a1_0_4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1f58dad81a1_0_49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2" name="Google Shape;482;g1f58dad81a1_0_49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1f58dad81a1_0_56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5" name="Google Shape;505;g1f58dad81a1_0_5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1f58dad81a1_0_50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0" name="Google Shape;530;g1f58dad81a1_0_5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1f58dad81a1_0_10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7" name="Google Shape;557;g1f58dad81a1_0_1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1f58dad81a1_0_1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4" name="Google Shape;564;g1f58dad81a1_0_1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1f58dad81a1_0_1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4" name="Google Shape;574;g1f58dad81a1_0_1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2ba3d66f664_0_4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2" name="Google Shape;582;g2ba3d66f664_0_40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3" name="Google Shape;583;g2ba3d66f664_0_40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ru-RU"/>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1f58dad81a1_0_1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1" name="Google Shape;591;g1f58dad81a1_0_1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1f58dad81a1_0_1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1" name="Google Shape;601;g1f58dad81a1_0_1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1f58dad81a1_0_1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1" name="Google Shape;611;g1f58dad81a1_0_1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1f58dad81a1_0_2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7" name="Google Shape;647;g1f58dad81a1_0_2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7" name="Google Shape;657;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bg>
      <p:bgPr>
        <a:blipFill>
          <a:blip r:embed="rId2">
            <a:alphaModFix/>
          </a:blip>
          <a:stretch>
            <a:fillRect/>
          </a:stretch>
        </a:blipFill>
      </p:bgPr>
    </p:bg>
    <p:spTree>
      <p:nvGrpSpPr>
        <p:cNvPr id="15" name="Shape 15"/>
        <p:cNvGrpSpPr/>
        <p:nvPr/>
      </p:nvGrpSpPr>
      <p:grpSpPr>
        <a:xfrm>
          <a:off x="0" y="0"/>
          <a:ext cx="0" cy="0"/>
          <a:chOff x="0" y="0"/>
          <a:chExt cx="0" cy="0"/>
        </a:xfrm>
      </p:grpSpPr>
      <p:sp>
        <p:nvSpPr>
          <p:cNvPr id="16" name="Google Shape;16;p27"/>
          <p:cNvSpPr txBox="1"/>
          <p:nvPr/>
        </p:nvSpPr>
        <p:spPr>
          <a:xfrm>
            <a:off x="5098416" y="490274"/>
            <a:ext cx="18473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 name="Google Shape;17;p27"/>
          <p:cNvSpPr txBox="1"/>
          <p:nvPr/>
        </p:nvSpPr>
        <p:spPr>
          <a:xfrm>
            <a:off x="5910801" y="427239"/>
            <a:ext cx="18473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 name="Google Shape;18;p27"/>
          <p:cNvSpPr txBox="1"/>
          <p:nvPr/>
        </p:nvSpPr>
        <p:spPr>
          <a:xfrm>
            <a:off x="5098416" y="490274"/>
            <a:ext cx="18473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 name="Google Shape;19;p27"/>
          <p:cNvSpPr txBox="1"/>
          <p:nvPr/>
        </p:nvSpPr>
        <p:spPr>
          <a:xfrm>
            <a:off x="5910801" y="427239"/>
            <a:ext cx="18473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 name="Google Shape;20;p27"/>
          <p:cNvSpPr txBox="1"/>
          <p:nvPr>
            <p:ph type="title"/>
          </p:nvPr>
        </p:nvSpPr>
        <p:spPr>
          <a:xfrm>
            <a:off x="457200" y="306435"/>
            <a:ext cx="6824382" cy="52728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1"/>
              </a:buClr>
              <a:buSzPts val="3200"/>
              <a:buFont typeface="Golos Text SemiBold"/>
              <a:buNone/>
              <a:defRPr sz="3200">
                <a:latin typeface="Golos Text SemiBold"/>
                <a:ea typeface="Golos Text SemiBold"/>
                <a:cs typeface="Golos Text SemiBold"/>
                <a:sym typeface="Golos Text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7"/>
          <p:cNvSpPr txBox="1"/>
          <p:nvPr>
            <p:ph idx="1" type="body"/>
          </p:nvPr>
        </p:nvSpPr>
        <p:spPr>
          <a:xfrm>
            <a:off x="457199" y="1040162"/>
            <a:ext cx="8389257" cy="373503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400"/>
              </a:spcBef>
              <a:spcAft>
                <a:spcPts val="0"/>
              </a:spcAft>
              <a:buClr>
                <a:schemeClr val="dk1"/>
              </a:buClr>
              <a:buSzPts val="2000"/>
              <a:buFont typeface="Arial"/>
              <a:buNone/>
              <a:defRPr sz="2000"/>
            </a:lvl1pPr>
            <a:lvl2pPr indent="-228600" lvl="1" marL="914400" algn="l">
              <a:lnSpc>
                <a:spcPct val="100000"/>
              </a:lnSpc>
              <a:spcBef>
                <a:spcPts val="480"/>
              </a:spcBef>
              <a:spcAft>
                <a:spcPts val="0"/>
              </a:spcAft>
              <a:buClr>
                <a:schemeClr val="dk1"/>
              </a:buClr>
              <a:buSzPts val="2400"/>
              <a:buFont typeface="Arial"/>
              <a:buNone/>
              <a:defRPr sz="2400"/>
            </a:lvl2pPr>
            <a:lvl3pPr indent="-228600" lvl="2" marL="1371600" algn="l">
              <a:lnSpc>
                <a:spcPct val="100000"/>
              </a:lnSpc>
              <a:spcBef>
                <a:spcPts val="400"/>
              </a:spcBef>
              <a:spcAft>
                <a:spcPts val="0"/>
              </a:spcAft>
              <a:buClr>
                <a:schemeClr val="dk1"/>
              </a:buClr>
              <a:buSzPts val="2000"/>
              <a:buFont typeface="Arial"/>
              <a:buNone/>
              <a:defRPr sz="2000"/>
            </a:lvl3pPr>
            <a:lvl4pPr indent="-228600" lvl="3" marL="1828800" algn="l">
              <a:lnSpc>
                <a:spcPct val="100000"/>
              </a:lnSpc>
              <a:spcBef>
                <a:spcPts val="360"/>
              </a:spcBef>
              <a:spcAft>
                <a:spcPts val="0"/>
              </a:spcAft>
              <a:buClr>
                <a:schemeClr val="dk1"/>
              </a:buClr>
              <a:buSzPts val="1800"/>
              <a:buFont typeface="Arial"/>
              <a:buNone/>
              <a:defRPr sz="1800"/>
            </a:lvl4pPr>
            <a:lvl5pPr indent="-228600" lvl="4" marL="2286000" algn="l">
              <a:lnSpc>
                <a:spcPct val="100000"/>
              </a:lnSpc>
              <a:spcBef>
                <a:spcPts val="360"/>
              </a:spcBef>
              <a:spcAft>
                <a:spcPts val="0"/>
              </a:spcAft>
              <a:buClr>
                <a:schemeClr val="dk1"/>
              </a:buClr>
              <a:buSzPts val="1800"/>
              <a:buFont typeface="Arial"/>
              <a:buNone/>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22" name="Google Shape;22;p2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ustom Layout">
  <p:cSld name="3_Custom Layout">
    <p:bg>
      <p:bgPr>
        <a:blipFill>
          <a:blip r:embed="rId2">
            <a:alphaModFix/>
          </a:blip>
          <a:stretch>
            <a:fillRect/>
          </a:stretch>
        </a:blipFill>
      </p:bgPr>
    </p:bg>
    <p:spTree>
      <p:nvGrpSpPr>
        <p:cNvPr id="23" name="Shape 23"/>
        <p:cNvGrpSpPr/>
        <p:nvPr/>
      </p:nvGrpSpPr>
      <p:grpSpPr>
        <a:xfrm>
          <a:off x="0" y="0"/>
          <a:ext cx="0" cy="0"/>
          <a:chOff x="0" y="0"/>
          <a:chExt cx="0" cy="0"/>
        </a:xfrm>
      </p:grpSpPr>
      <p:sp>
        <p:nvSpPr>
          <p:cNvPr id="24" name="Google Shape;24;p28"/>
          <p:cNvSpPr txBox="1"/>
          <p:nvPr>
            <p:ph idx="1" type="body"/>
          </p:nvPr>
        </p:nvSpPr>
        <p:spPr>
          <a:xfrm>
            <a:off x="624113" y="1233715"/>
            <a:ext cx="7170057" cy="341085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20"/>
              </a:spcBef>
              <a:spcAft>
                <a:spcPts val="0"/>
              </a:spcAft>
              <a:buClr>
                <a:schemeClr val="dk1"/>
              </a:buClr>
              <a:buSzPts val="1600"/>
              <a:buFont typeface="Golos Text"/>
              <a:buNone/>
              <a:defRPr sz="1600"/>
            </a:lvl1pPr>
            <a:lvl2pPr indent="-228600" lvl="1" marL="914400" algn="l">
              <a:lnSpc>
                <a:spcPct val="100000"/>
              </a:lnSpc>
              <a:spcBef>
                <a:spcPts val="320"/>
              </a:spcBef>
              <a:spcAft>
                <a:spcPts val="0"/>
              </a:spcAft>
              <a:buClr>
                <a:schemeClr val="dk1"/>
              </a:buClr>
              <a:buSzPts val="1600"/>
              <a:buFont typeface="Golos Text"/>
              <a:buNone/>
              <a:defRPr sz="1600"/>
            </a:lvl2pPr>
            <a:lvl3pPr indent="-228600" lvl="2" marL="1371600" algn="l">
              <a:lnSpc>
                <a:spcPct val="100000"/>
              </a:lnSpc>
              <a:spcBef>
                <a:spcPts val="320"/>
              </a:spcBef>
              <a:spcAft>
                <a:spcPts val="0"/>
              </a:spcAft>
              <a:buClr>
                <a:schemeClr val="dk1"/>
              </a:buClr>
              <a:buSzPts val="1600"/>
              <a:buFont typeface="Golos Text"/>
              <a:buNone/>
              <a:defRPr sz="1600"/>
            </a:lvl3pPr>
            <a:lvl4pPr indent="-228600" lvl="3" marL="1828800" algn="l">
              <a:lnSpc>
                <a:spcPct val="100000"/>
              </a:lnSpc>
              <a:spcBef>
                <a:spcPts val="320"/>
              </a:spcBef>
              <a:spcAft>
                <a:spcPts val="0"/>
              </a:spcAft>
              <a:buClr>
                <a:schemeClr val="dk1"/>
              </a:buClr>
              <a:buSzPts val="1600"/>
              <a:buFont typeface="Golos Text"/>
              <a:buNone/>
              <a:defRPr sz="1600"/>
            </a:lvl4pPr>
            <a:lvl5pPr indent="-228600" lvl="4" marL="2286000" algn="l">
              <a:lnSpc>
                <a:spcPct val="100000"/>
              </a:lnSpc>
              <a:spcBef>
                <a:spcPts val="320"/>
              </a:spcBef>
              <a:spcAft>
                <a:spcPts val="0"/>
              </a:spcAft>
              <a:buClr>
                <a:schemeClr val="dk1"/>
              </a:buClr>
              <a:buSzPts val="1600"/>
              <a:buFont typeface="Golos Text"/>
              <a:buNone/>
              <a:defRPr sz="16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5" name="Google Shape;25;p28"/>
          <p:cNvSpPr txBox="1"/>
          <p:nvPr>
            <p:ph type="title"/>
          </p:nvPr>
        </p:nvSpPr>
        <p:spPr>
          <a:xfrm>
            <a:off x="457200" y="306435"/>
            <a:ext cx="6824382" cy="52728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200"/>
              <a:buFont typeface="Golos Text SemiBold"/>
              <a:buNone/>
              <a:defRPr sz="3200">
                <a:solidFill>
                  <a:schemeClr val="lt1"/>
                </a:solidFill>
                <a:latin typeface="Golos Text SemiBold"/>
                <a:ea typeface="Golos Text SemiBold"/>
                <a:cs typeface="Golos Text SemiBold"/>
                <a:sym typeface="Golos Text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Custom Layout">
  <p:cSld name="8_Custom Layout">
    <p:bg>
      <p:bgPr>
        <a:blipFill>
          <a:blip r:embed="rId2">
            <a:alphaModFix/>
          </a:blip>
          <a:stretch>
            <a:fillRect/>
          </a:stretch>
        </a:blipFill>
      </p:bgPr>
    </p:bg>
    <p:spTree>
      <p:nvGrpSpPr>
        <p:cNvPr id="27" name="Shape 27"/>
        <p:cNvGrpSpPr/>
        <p:nvPr/>
      </p:nvGrpSpPr>
      <p:grpSpPr>
        <a:xfrm>
          <a:off x="0" y="0"/>
          <a:ext cx="0" cy="0"/>
          <a:chOff x="0" y="0"/>
          <a:chExt cx="0" cy="0"/>
        </a:xfrm>
      </p:grpSpPr>
      <p:sp>
        <p:nvSpPr>
          <p:cNvPr id="28" name="Google Shape;28;p30"/>
          <p:cNvSpPr txBox="1"/>
          <p:nvPr>
            <p:ph type="title"/>
          </p:nvPr>
        </p:nvSpPr>
        <p:spPr>
          <a:xfrm>
            <a:off x="457200" y="306435"/>
            <a:ext cx="6291943" cy="52728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1"/>
              </a:buClr>
              <a:buSzPts val="3200"/>
              <a:buFont typeface="Golos Text SemiBold"/>
              <a:buNone/>
              <a:defRPr sz="3200">
                <a:latin typeface="Golos Text SemiBold"/>
                <a:ea typeface="Golos Text SemiBold"/>
                <a:cs typeface="Golos Text SemiBold"/>
                <a:sym typeface="Golos Text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30"/>
          <p:cNvSpPr txBox="1"/>
          <p:nvPr>
            <p:ph idx="1" type="body"/>
          </p:nvPr>
        </p:nvSpPr>
        <p:spPr>
          <a:xfrm>
            <a:off x="457201" y="963397"/>
            <a:ext cx="2532744" cy="188302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Clr>
                <a:schemeClr val="dk1"/>
              </a:buClr>
              <a:buSzPts val="1800"/>
              <a:buNone/>
              <a:defRPr b="1" i="0" sz="1800"/>
            </a:lvl1pPr>
            <a:lvl2pPr indent="-228600" lvl="1" marL="914400" algn="l">
              <a:lnSpc>
                <a:spcPct val="100000"/>
              </a:lnSpc>
              <a:spcBef>
                <a:spcPts val="280"/>
              </a:spcBef>
              <a:spcAft>
                <a:spcPts val="0"/>
              </a:spcAft>
              <a:buClr>
                <a:schemeClr val="dk1"/>
              </a:buClr>
              <a:buSzPts val="1400"/>
              <a:buNone/>
              <a:defRPr sz="1400"/>
            </a:lvl2pPr>
            <a:lvl3pPr indent="-228600" lvl="2" marL="1371600" algn="l">
              <a:lnSpc>
                <a:spcPct val="100000"/>
              </a:lnSpc>
              <a:spcBef>
                <a:spcPts val="280"/>
              </a:spcBef>
              <a:spcAft>
                <a:spcPts val="0"/>
              </a:spcAft>
              <a:buClr>
                <a:schemeClr val="dk1"/>
              </a:buClr>
              <a:buSzPts val="1400"/>
              <a:buNone/>
              <a:defRPr sz="1400"/>
            </a:lvl3pPr>
            <a:lvl4pPr indent="-228600" lvl="3" marL="1828800" algn="l">
              <a:lnSpc>
                <a:spcPct val="100000"/>
              </a:lnSpc>
              <a:spcBef>
                <a:spcPts val="280"/>
              </a:spcBef>
              <a:spcAft>
                <a:spcPts val="0"/>
              </a:spcAft>
              <a:buClr>
                <a:schemeClr val="dk1"/>
              </a:buClr>
              <a:buSzPts val="1400"/>
              <a:buNone/>
              <a:defRPr sz="1400"/>
            </a:lvl4pPr>
            <a:lvl5pPr indent="-228600" lvl="4" marL="2286000" algn="l">
              <a:lnSpc>
                <a:spcPct val="100000"/>
              </a:lnSpc>
              <a:spcBef>
                <a:spcPts val="280"/>
              </a:spcBef>
              <a:spcAft>
                <a:spcPts val="0"/>
              </a:spcAft>
              <a:buClr>
                <a:schemeClr val="dk1"/>
              </a:buClr>
              <a:buSzPts val="1400"/>
              <a:buFont typeface="Arial"/>
              <a:buNone/>
              <a:defRPr sz="14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0" name="Google Shape;30;p30"/>
          <p:cNvSpPr/>
          <p:nvPr>
            <p:ph idx="2" type="pic"/>
          </p:nvPr>
        </p:nvSpPr>
        <p:spPr>
          <a:xfrm>
            <a:off x="3095171" y="963397"/>
            <a:ext cx="2532744" cy="1883023"/>
          </a:xfrm>
          <a:prstGeom prst="roundRect">
            <a:avLst>
              <a:gd fmla="val 11537" name="adj"/>
            </a:avLst>
          </a:prstGeom>
          <a:noFill/>
          <a:ln>
            <a:noFill/>
          </a:ln>
        </p:spPr>
      </p:sp>
      <p:sp>
        <p:nvSpPr>
          <p:cNvPr id="31" name="Google Shape;31;p30"/>
          <p:cNvSpPr/>
          <p:nvPr>
            <p:ph idx="3" type="pic"/>
          </p:nvPr>
        </p:nvSpPr>
        <p:spPr>
          <a:xfrm>
            <a:off x="5733141" y="966928"/>
            <a:ext cx="2532744" cy="1883023"/>
          </a:xfrm>
          <a:prstGeom prst="roundRect">
            <a:avLst>
              <a:gd fmla="val 11196" name="adj"/>
            </a:avLst>
          </a:prstGeom>
          <a:noFill/>
          <a:ln>
            <a:noFill/>
          </a:ln>
        </p:spPr>
      </p:sp>
      <p:sp>
        <p:nvSpPr>
          <p:cNvPr id="32" name="Google Shape;32;p30"/>
          <p:cNvSpPr/>
          <p:nvPr>
            <p:ph idx="4" type="pic"/>
          </p:nvPr>
        </p:nvSpPr>
        <p:spPr>
          <a:xfrm>
            <a:off x="5733141" y="2954042"/>
            <a:ext cx="2532744" cy="1883023"/>
          </a:xfrm>
          <a:prstGeom prst="roundRect">
            <a:avLst>
              <a:gd fmla="val 8802" name="adj"/>
            </a:avLst>
          </a:prstGeom>
          <a:noFill/>
          <a:ln>
            <a:noFill/>
          </a:ln>
        </p:spPr>
      </p:sp>
      <p:sp>
        <p:nvSpPr>
          <p:cNvPr id="33" name="Google Shape;33;p30"/>
          <p:cNvSpPr/>
          <p:nvPr>
            <p:ph idx="5" type="pic"/>
          </p:nvPr>
        </p:nvSpPr>
        <p:spPr>
          <a:xfrm>
            <a:off x="3095171" y="2960314"/>
            <a:ext cx="2532744" cy="1883023"/>
          </a:xfrm>
          <a:prstGeom prst="roundRect">
            <a:avLst>
              <a:gd fmla="val 8459" name="adj"/>
            </a:avLst>
          </a:prstGeom>
          <a:noFill/>
          <a:ln>
            <a:noFill/>
          </a:ln>
        </p:spPr>
      </p:sp>
      <p:sp>
        <p:nvSpPr>
          <p:cNvPr id="34" name="Google Shape;34;p30"/>
          <p:cNvSpPr/>
          <p:nvPr>
            <p:ph idx="6" type="pic"/>
          </p:nvPr>
        </p:nvSpPr>
        <p:spPr>
          <a:xfrm>
            <a:off x="457200" y="2960314"/>
            <a:ext cx="2532744" cy="1883023"/>
          </a:xfrm>
          <a:prstGeom prst="roundRect">
            <a:avLst>
              <a:gd fmla="val 10169" name="adj"/>
            </a:avLst>
          </a:prstGeom>
          <a:noFill/>
          <a:ln>
            <a:noFill/>
          </a:ln>
        </p:spPr>
      </p:sp>
      <p:sp>
        <p:nvSpPr>
          <p:cNvPr id="35" name="Google Shape;35;p3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Финал">
  <p:cSld name="Финал">
    <p:bg>
      <p:bgPr>
        <a:blipFill>
          <a:blip r:embed="rId2">
            <a:alphaModFix/>
          </a:blip>
          <a:stretch>
            <a:fillRect/>
          </a:stretch>
        </a:blipFill>
      </p:bgPr>
    </p:bg>
    <p:spTree>
      <p:nvGrpSpPr>
        <p:cNvPr id="36" name="Shape 36"/>
        <p:cNvGrpSpPr/>
        <p:nvPr/>
      </p:nvGrpSpPr>
      <p:grpSpPr>
        <a:xfrm>
          <a:off x="0" y="0"/>
          <a:ext cx="0" cy="0"/>
          <a:chOff x="0" y="0"/>
          <a:chExt cx="0" cy="0"/>
        </a:xfrm>
      </p:grpSpPr>
      <p:sp>
        <p:nvSpPr>
          <p:cNvPr id="37" name="Google Shape;37;p32"/>
          <p:cNvSpPr txBox="1"/>
          <p:nvPr>
            <p:ph idx="1" type="body"/>
          </p:nvPr>
        </p:nvSpPr>
        <p:spPr>
          <a:xfrm>
            <a:off x="624113" y="1233715"/>
            <a:ext cx="7170057" cy="341085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20"/>
              </a:spcBef>
              <a:spcAft>
                <a:spcPts val="0"/>
              </a:spcAft>
              <a:buClr>
                <a:schemeClr val="dk1"/>
              </a:buClr>
              <a:buSzPts val="1600"/>
              <a:buFont typeface="Arial"/>
              <a:buNone/>
              <a:defRPr sz="1600"/>
            </a:lvl1pPr>
            <a:lvl2pPr indent="-228600" lvl="1" marL="914400" algn="l">
              <a:lnSpc>
                <a:spcPct val="100000"/>
              </a:lnSpc>
              <a:spcBef>
                <a:spcPts val="320"/>
              </a:spcBef>
              <a:spcAft>
                <a:spcPts val="0"/>
              </a:spcAft>
              <a:buClr>
                <a:schemeClr val="dk1"/>
              </a:buClr>
              <a:buSzPts val="1600"/>
              <a:buFont typeface="Golos Text"/>
              <a:buNone/>
              <a:defRPr sz="1600"/>
            </a:lvl2pPr>
            <a:lvl3pPr indent="-228600" lvl="2" marL="1371600" algn="l">
              <a:lnSpc>
                <a:spcPct val="100000"/>
              </a:lnSpc>
              <a:spcBef>
                <a:spcPts val="320"/>
              </a:spcBef>
              <a:spcAft>
                <a:spcPts val="0"/>
              </a:spcAft>
              <a:buClr>
                <a:schemeClr val="dk1"/>
              </a:buClr>
              <a:buSzPts val="1600"/>
              <a:buFont typeface="Golos Text"/>
              <a:buNone/>
              <a:defRPr sz="1600"/>
            </a:lvl3pPr>
            <a:lvl4pPr indent="-228600" lvl="3" marL="1828800" algn="l">
              <a:lnSpc>
                <a:spcPct val="100000"/>
              </a:lnSpc>
              <a:spcBef>
                <a:spcPts val="320"/>
              </a:spcBef>
              <a:spcAft>
                <a:spcPts val="0"/>
              </a:spcAft>
              <a:buClr>
                <a:schemeClr val="dk1"/>
              </a:buClr>
              <a:buSzPts val="1600"/>
              <a:buFont typeface="Golos Text"/>
              <a:buNone/>
              <a:defRPr sz="1600"/>
            </a:lvl4pPr>
            <a:lvl5pPr indent="-228600" lvl="4" marL="2286000" algn="l">
              <a:lnSpc>
                <a:spcPct val="100000"/>
              </a:lnSpc>
              <a:spcBef>
                <a:spcPts val="320"/>
              </a:spcBef>
              <a:spcAft>
                <a:spcPts val="0"/>
              </a:spcAft>
              <a:buClr>
                <a:schemeClr val="dk1"/>
              </a:buClr>
              <a:buSzPts val="1600"/>
              <a:buFont typeface="Golos Text"/>
              <a:buNone/>
              <a:defRPr sz="16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8" name="Google Shape;38;p32"/>
          <p:cNvSpPr txBox="1"/>
          <p:nvPr>
            <p:ph type="title"/>
          </p:nvPr>
        </p:nvSpPr>
        <p:spPr>
          <a:xfrm>
            <a:off x="457200" y="306435"/>
            <a:ext cx="6824382" cy="52728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200"/>
              <a:buFont typeface="Golos Text SemiBold"/>
              <a:buNone/>
              <a:defRPr sz="3200">
                <a:solidFill>
                  <a:schemeClr val="lt1"/>
                </a:solidFill>
                <a:latin typeface="Golos Text SemiBold"/>
                <a:ea typeface="Golos Text SemiBold"/>
                <a:cs typeface="Golos Text SemiBold"/>
                <a:sym typeface="Golos Text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объект" type="obj">
  <p:cSld name="OBJECT">
    <p:spTree>
      <p:nvGrpSpPr>
        <p:cNvPr id="40" name="Shape 40"/>
        <p:cNvGrpSpPr/>
        <p:nvPr/>
      </p:nvGrpSpPr>
      <p:grpSpPr>
        <a:xfrm>
          <a:off x="0" y="0"/>
          <a:ext cx="0" cy="0"/>
          <a:chOff x="0" y="0"/>
          <a:chExt cx="0" cy="0"/>
        </a:xfrm>
      </p:grpSpPr>
      <p:sp>
        <p:nvSpPr>
          <p:cNvPr id="41" name="Google Shape;41;g2c6577b9d44_0_880"/>
          <p:cNvSpPr txBox="1"/>
          <p:nvPr>
            <p:ph type="title"/>
          </p:nvPr>
        </p:nvSpPr>
        <p:spPr>
          <a:xfrm>
            <a:off x="1113233" y="514350"/>
            <a:ext cx="7514100" cy="13146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g2c6577b9d44_0_880"/>
          <p:cNvSpPr txBox="1"/>
          <p:nvPr>
            <p:ph idx="1" type="body"/>
          </p:nvPr>
        </p:nvSpPr>
        <p:spPr>
          <a:xfrm>
            <a:off x="1113232" y="2000249"/>
            <a:ext cx="7514100" cy="2343300"/>
          </a:xfrm>
          <a:prstGeom prst="rect">
            <a:avLst/>
          </a:prstGeom>
          <a:noFill/>
          <a:ln>
            <a:noFill/>
          </a:ln>
        </p:spPr>
        <p:txBody>
          <a:bodyPr anchorCtr="0" anchor="ctr" bIns="34275" lIns="68575" spcFirstLastPara="1" rIns="68575" wrap="square" tIns="34275">
            <a:normAutofit/>
          </a:bodyPr>
          <a:lstStyle>
            <a:lvl1pPr indent="-228600" lvl="0" marL="457200" algn="l">
              <a:lnSpc>
                <a:spcPct val="100000"/>
              </a:lnSpc>
              <a:spcBef>
                <a:spcPts val="300"/>
              </a:spcBef>
              <a:spcAft>
                <a:spcPts val="0"/>
              </a:spcAft>
              <a:buSzPts val="2000"/>
              <a:buNone/>
              <a:defRPr/>
            </a:lvl1pPr>
            <a:lvl2pPr indent="-355600" lvl="1" marL="914400" algn="l">
              <a:lnSpc>
                <a:spcPct val="100000"/>
              </a:lnSpc>
              <a:spcBef>
                <a:spcPts val="500"/>
              </a:spcBef>
              <a:spcAft>
                <a:spcPts val="0"/>
              </a:spcAft>
              <a:buSzPts val="2000"/>
              <a:buChar char="•"/>
              <a:defRPr/>
            </a:lvl2pPr>
            <a:lvl3pPr indent="-355600" lvl="2" marL="1371600" algn="l">
              <a:lnSpc>
                <a:spcPct val="100000"/>
              </a:lnSpc>
              <a:spcBef>
                <a:spcPts val="500"/>
              </a:spcBef>
              <a:spcAft>
                <a:spcPts val="0"/>
              </a:spcAft>
              <a:buSzPts val="2000"/>
              <a:buChar char="•"/>
              <a:defRPr/>
            </a:lvl3pPr>
            <a:lvl4pPr indent="-355600" lvl="3" marL="1828800" algn="l">
              <a:lnSpc>
                <a:spcPct val="100000"/>
              </a:lnSpc>
              <a:spcBef>
                <a:spcPts val="500"/>
              </a:spcBef>
              <a:spcAft>
                <a:spcPts val="0"/>
              </a:spcAft>
              <a:buSzPts val="2000"/>
              <a:buChar char="•"/>
              <a:defRPr/>
            </a:lvl4pPr>
            <a:lvl5pPr indent="-228600" lvl="4" marL="2286000" algn="l">
              <a:lnSpc>
                <a:spcPct val="100000"/>
              </a:lnSpc>
              <a:spcBef>
                <a:spcPts val="500"/>
              </a:spcBef>
              <a:spcAft>
                <a:spcPts val="0"/>
              </a:spcAft>
              <a:buSzPts val="2000"/>
              <a:buNone/>
              <a:defRPr/>
            </a:lvl5pPr>
            <a:lvl6pPr indent="-355600" lvl="5" marL="2743200" algn="l">
              <a:lnSpc>
                <a:spcPct val="100000"/>
              </a:lnSpc>
              <a:spcBef>
                <a:spcPts val="500"/>
              </a:spcBef>
              <a:spcAft>
                <a:spcPts val="0"/>
              </a:spcAft>
              <a:buSzPts val="2000"/>
              <a:buChar char="•"/>
              <a:defRPr/>
            </a:lvl6pPr>
            <a:lvl7pPr indent="-355600" lvl="6" marL="3200400" algn="l">
              <a:lnSpc>
                <a:spcPct val="100000"/>
              </a:lnSpc>
              <a:spcBef>
                <a:spcPts val="500"/>
              </a:spcBef>
              <a:spcAft>
                <a:spcPts val="0"/>
              </a:spcAft>
              <a:buSzPts val="2000"/>
              <a:buChar char="•"/>
              <a:defRPr/>
            </a:lvl7pPr>
            <a:lvl8pPr indent="-355600" lvl="7" marL="3657600" algn="l">
              <a:lnSpc>
                <a:spcPct val="100000"/>
              </a:lnSpc>
              <a:spcBef>
                <a:spcPts val="500"/>
              </a:spcBef>
              <a:spcAft>
                <a:spcPts val="0"/>
              </a:spcAft>
              <a:buSzPts val="2000"/>
              <a:buChar char="•"/>
              <a:defRPr/>
            </a:lvl8pPr>
            <a:lvl9pPr indent="-355600" lvl="8" marL="4114800" algn="l">
              <a:lnSpc>
                <a:spcPct val="100000"/>
              </a:lnSpc>
              <a:spcBef>
                <a:spcPts val="500"/>
              </a:spcBef>
              <a:spcAft>
                <a:spcPts val="500"/>
              </a:spcAft>
              <a:buSzPts val="2000"/>
              <a:buChar char="•"/>
              <a:defRPr/>
            </a:lvl9pPr>
          </a:lstStyle>
          <a:p/>
        </p:txBody>
      </p:sp>
      <p:sp>
        <p:nvSpPr>
          <p:cNvPr id="43" name="Google Shape;43;g2c6577b9d44_0_880"/>
          <p:cNvSpPr txBox="1"/>
          <p:nvPr>
            <p:ph idx="10" type="dt"/>
          </p:nvPr>
        </p:nvSpPr>
        <p:spPr>
          <a:xfrm>
            <a:off x="7299492" y="4412456"/>
            <a:ext cx="857400" cy="273900"/>
          </a:xfrm>
          <a:prstGeom prst="rect">
            <a:avLst/>
          </a:prstGeom>
          <a:noFill/>
          <a:ln>
            <a:noFill/>
          </a:ln>
        </p:spPr>
        <p:txBody>
          <a:bodyPr anchorCtr="0" anchor="ctr" bIns="34275" lIns="68575" spcFirstLastPara="1" rIns="68575" wrap="square" tIns="34275">
            <a:noAutofit/>
          </a:bodyPr>
          <a:lstStyle>
            <a:lvl1pPr lv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44" name="Google Shape;44;g2c6577b9d44_0_880"/>
          <p:cNvSpPr txBox="1"/>
          <p:nvPr>
            <p:ph idx="11" type="ftr"/>
          </p:nvPr>
        </p:nvSpPr>
        <p:spPr>
          <a:xfrm>
            <a:off x="1929209" y="4412456"/>
            <a:ext cx="53133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45" name="Google Shape;45;g2c6577b9d44_0_880"/>
          <p:cNvSpPr txBox="1"/>
          <p:nvPr>
            <p:ph idx="12" type="sldNum"/>
          </p:nvPr>
        </p:nvSpPr>
        <p:spPr>
          <a:xfrm>
            <a:off x="8213892" y="4400348"/>
            <a:ext cx="413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6" name="Shape 46"/>
        <p:cNvGrpSpPr/>
        <p:nvPr/>
      </p:nvGrpSpPr>
      <p:grpSpPr>
        <a:xfrm>
          <a:off x="0" y="0"/>
          <a:ext cx="0" cy="0"/>
          <a:chOff x="0" y="0"/>
          <a:chExt cx="0" cy="0"/>
        </a:xfrm>
      </p:grpSpPr>
      <p:sp>
        <p:nvSpPr>
          <p:cNvPr id="47" name="Google Shape;47;g2c39dba05ed_0_282"/>
          <p:cNvSpPr txBox="1"/>
          <p:nvPr>
            <p:ph type="title"/>
          </p:nvPr>
        </p:nvSpPr>
        <p:spPr>
          <a:xfrm>
            <a:off x="1297500" y="393750"/>
            <a:ext cx="7038900" cy="914100"/>
          </a:xfrm>
          <a:prstGeom prst="rect">
            <a:avLst/>
          </a:prstGeom>
          <a:noFill/>
          <a:ln>
            <a:noFill/>
          </a:ln>
          <a:effectLst>
            <a:outerShdw blurRad="25400">
              <a:srgbClr val="000000">
                <a:alpha val="44705"/>
              </a:srgbClr>
            </a:outerShdw>
          </a:effectLst>
        </p:spPr>
        <p:txBody>
          <a:bodyPr anchorCtr="0" anchor="t" bIns="91425" lIns="91425" spcFirstLastPara="1" rIns="91425" wrap="square" tIns="91425">
            <a:normAutofit/>
          </a:bodyPr>
          <a:lstStyle>
            <a:lvl1pPr lvl="0" algn="ctr">
              <a:lnSpc>
                <a:spcPct val="100000"/>
              </a:lnSpc>
              <a:spcBef>
                <a:spcPts val="0"/>
              </a:spcBef>
              <a:spcAft>
                <a:spcPts val="0"/>
              </a:spcAft>
              <a:buClr>
                <a:schemeClr val="lt2"/>
              </a:buClr>
              <a:buSzPts val="2400"/>
              <a:buFont typeface="Lustria"/>
              <a:buNone/>
              <a:defRPr sz="2400"/>
            </a:lvl1pPr>
            <a:lvl2pPr lvl="1" algn="l">
              <a:lnSpc>
                <a:spcPct val="100000"/>
              </a:lnSpc>
              <a:spcBef>
                <a:spcPts val="0"/>
              </a:spcBef>
              <a:spcAft>
                <a:spcPts val="0"/>
              </a:spcAft>
              <a:buClr>
                <a:schemeClr val="lt2"/>
              </a:buClr>
              <a:buSzPts val="2400"/>
              <a:buNone/>
              <a:defRPr sz="2400"/>
            </a:lvl2pPr>
            <a:lvl3pPr lvl="2" algn="l">
              <a:lnSpc>
                <a:spcPct val="100000"/>
              </a:lnSpc>
              <a:spcBef>
                <a:spcPts val="0"/>
              </a:spcBef>
              <a:spcAft>
                <a:spcPts val="0"/>
              </a:spcAft>
              <a:buClr>
                <a:schemeClr val="lt2"/>
              </a:buClr>
              <a:buSzPts val="2400"/>
              <a:buNone/>
              <a:defRPr sz="2400"/>
            </a:lvl3pPr>
            <a:lvl4pPr lvl="3" algn="l">
              <a:lnSpc>
                <a:spcPct val="100000"/>
              </a:lnSpc>
              <a:spcBef>
                <a:spcPts val="0"/>
              </a:spcBef>
              <a:spcAft>
                <a:spcPts val="0"/>
              </a:spcAft>
              <a:buClr>
                <a:schemeClr val="lt2"/>
              </a:buClr>
              <a:buSzPts val="2400"/>
              <a:buNone/>
              <a:defRPr sz="2400"/>
            </a:lvl4pPr>
            <a:lvl5pPr lvl="4" algn="l">
              <a:lnSpc>
                <a:spcPct val="100000"/>
              </a:lnSpc>
              <a:spcBef>
                <a:spcPts val="0"/>
              </a:spcBef>
              <a:spcAft>
                <a:spcPts val="0"/>
              </a:spcAft>
              <a:buClr>
                <a:schemeClr val="lt2"/>
              </a:buClr>
              <a:buSzPts val="2400"/>
              <a:buNone/>
              <a:defRPr sz="2400"/>
            </a:lvl5pPr>
            <a:lvl6pPr lvl="5" algn="l">
              <a:lnSpc>
                <a:spcPct val="100000"/>
              </a:lnSpc>
              <a:spcBef>
                <a:spcPts val="0"/>
              </a:spcBef>
              <a:spcAft>
                <a:spcPts val="0"/>
              </a:spcAft>
              <a:buClr>
                <a:schemeClr val="lt2"/>
              </a:buClr>
              <a:buSzPts val="2400"/>
              <a:buNone/>
              <a:defRPr sz="2400"/>
            </a:lvl6pPr>
            <a:lvl7pPr lvl="6" algn="l">
              <a:lnSpc>
                <a:spcPct val="100000"/>
              </a:lnSpc>
              <a:spcBef>
                <a:spcPts val="0"/>
              </a:spcBef>
              <a:spcAft>
                <a:spcPts val="0"/>
              </a:spcAft>
              <a:buClr>
                <a:schemeClr val="lt2"/>
              </a:buClr>
              <a:buSzPts val="2400"/>
              <a:buNone/>
              <a:defRPr sz="2400"/>
            </a:lvl7pPr>
            <a:lvl8pPr lvl="7" algn="l">
              <a:lnSpc>
                <a:spcPct val="100000"/>
              </a:lnSpc>
              <a:spcBef>
                <a:spcPts val="0"/>
              </a:spcBef>
              <a:spcAft>
                <a:spcPts val="0"/>
              </a:spcAft>
              <a:buClr>
                <a:schemeClr val="lt2"/>
              </a:buClr>
              <a:buSzPts val="2400"/>
              <a:buNone/>
              <a:defRPr sz="2400"/>
            </a:lvl8pPr>
            <a:lvl9pPr lvl="8" algn="l">
              <a:lnSpc>
                <a:spcPct val="100000"/>
              </a:lnSpc>
              <a:spcBef>
                <a:spcPts val="0"/>
              </a:spcBef>
              <a:spcAft>
                <a:spcPts val="0"/>
              </a:spcAft>
              <a:buClr>
                <a:schemeClr val="lt2"/>
              </a:buClr>
              <a:buSzPts val="2400"/>
              <a:buNone/>
              <a:defRPr sz="2400"/>
            </a:lvl9pPr>
          </a:lstStyle>
          <a:p/>
        </p:txBody>
      </p:sp>
      <p:sp>
        <p:nvSpPr>
          <p:cNvPr id="48" name="Google Shape;48;g2c39dba05ed_0_282"/>
          <p:cNvSpPr txBox="1"/>
          <p:nvPr>
            <p:ph idx="1" type="body"/>
          </p:nvPr>
        </p:nvSpPr>
        <p:spPr>
          <a:xfrm>
            <a:off x="1297500" y="1567550"/>
            <a:ext cx="7038900" cy="2911200"/>
          </a:xfrm>
          <a:prstGeom prst="rect">
            <a:avLst/>
          </a:prstGeom>
          <a:noFill/>
          <a:ln>
            <a:noFill/>
          </a:ln>
          <a:effectLst>
            <a:outerShdw blurRad="25400">
              <a:srgbClr val="000000">
                <a:alpha val="44705"/>
              </a:srgbClr>
            </a:outerShdw>
          </a:effectLst>
        </p:spPr>
        <p:txBody>
          <a:bodyPr anchorCtr="0" anchor="t" bIns="91425" lIns="91425" spcFirstLastPara="1" rIns="91425" wrap="square" tIns="91425">
            <a:normAutofit/>
          </a:bodyPr>
          <a:lstStyle>
            <a:lvl1pPr indent="-311150" lvl="0" marL="457200" algn="l">
              <a:lnSpc>
                <a:spcPct val="100000"/>
              </a:lnSpc>
              <a:spcBef>
                <a:spcPts val="0"/>
              </a:spcBef>
              <a:spcAft>
                <a:spcPts val="0"/>
              </a:spcAft>
              <a:buSzPts val="1300"/>
              <a:buChar char="●"/>
              <a:defRPr/>
            </a:lvl1pPr>
            <a:lvl2pPr indent="-298450" lvl="1" marL="914400" algn="l">
              <a:lnSpc>
                <a:spcPct val="100000"/>
              </a:lnSpc>
              <a:spcBef>
                <a:spcPts val="0"/>
              </a:spcBef>
              <a:spcAft>
                <a:spcPts val="0"/>
              </a:spcAft>
              <a:buSzPts val="1100"/>
              <a:buChar char="○"/>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49" name="Google Shape;49;g2c39dba05ed_0_28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F2F2F2"/>
              </a:buClr>
              <a:buSzPts val="750"/>
              <a:buFont typeface="Lustria"/>
              <a:buNone/>
              <a:defRPr b="0" i="0" sz="750" u="none" cap="none" strike="noStrike">
                <a:solidFill>
                  <a:srgbClr val="F2F2F2"/>
                </a:solidFill>
                <a:latin typeface="Lustria"/>
                <a:ea typeface="Lustria"/>
                <a:cs typeface="Lustria"/>
                <a:sym typeface="Lustria"/>
              </a:defRPr>
            </a:lvl1pPr>
            <a:lvl2pPr indent="0" lvl="1" marL="0" marR="0" algn="r">
              <a:lnSpc>
                <a:spcPct val="100000"/>
              </a:lnSpc>
              <a:spcBef>
                <a:spcPts val="0"/>
              </a:spcBef>
              <a:spcAft>
                <a:spcPts val="0"/>
              </a:spcAft>
              <a:buClr>
                <a:srgbClr val="F2F2F2"/>
              </a:buClr>
              <a:buSzPts val="750"/>
              <a:buFont typeface="Lustria"/>
              <a:buNone/>
              <a:defRPr b="0" i="0" sz="750" u="none" cap="none" strike="noStrike">
                <a:solidFill>
                  <a:srgbClr val="F2F2F2"/>
                </a:solidFill>
                <a:latin typeface="Lustria"/>
                <a:ea typeface="Lustria"/>
                <a:cs typeface="Lustria"/>
                <a:sym typeface="Lustria"/>
              </a:defRPr>
            </a:lvl2pPr>
            <a:lvl3pPr indent="0" lvl="2" marL="0" marR="0" algn="r">
              <a:lnSpc>
                <a:spcPct val="100000"/>
              </a:lnSpc>
              <a:spcBef>
                <a:spcPts val="0"/>
              </a:spcBef>
              <a:spcAft>
                <a:spcPts val="0"/>
              </a:spcAft>
              <a:buClr>
                <a:srgbClr val="F2F2F2"/>
              </a:buClr>
              <a:buSzPts val="750"/>
              <a:buFont typeface="Lustria"/>
              <a:buNone/>
              <a:defRPr b="0" i="0" sz="750" u="none" cap="none" strike="noStrike">
                <a:solidFill>
                  <a:srgbClr val="F2F2F2"/>
                </a:solidFill>
                <a:latin typeface="Lustria"/>
                <a:ea typeface="Lustria"/>
                <a:cs typeface="Lustria"/>
                <a:sym typeface="Lustria"/>
              </a:defRPr>
            </a:lvl3pPr>
            <a:lvl4pPr indent="0" lvl="3" marL="0" marR="0" algn="r">
              <a:lnSpc>
                <a:spcPct val="100000"/>
              </a:lnSpc>
              <a:spcBef>
                <a:spcPts val="0"/>
              </a:spcBef>
              <a:spcAft>
                <a:spcPts val="0"/>
              </a:spcAft>
              <a:buClr>
                <a:srgbClr val="F2F2F2"/>
              </a:buClr>
              <a:buSzPts val="750"/>
              <a:buFont typeface="Lustria"/>
              <a:buNone/>
              <a:defRPr b="0" i="0" sz="750" u="none" cap="none" strike="noStrike">
                <a:solidFill>
                  <a:srgbClr val="F2F2F2"/>
                </a:solidFill>
                <a:latin typeface="Lustria"/>
                <a:ea typeface="Lustria"/>
                <a:cs typeface="Lustria"/>
                <a:sym typeface="Lustria"/>
              </a:defRPr>
            </a:lvl4pPr>
            <a:lvl5pPr indent="0" lvl="4" marL="0" marR="0" algn="r">
              <a:lnSpc>
                <a:spcPct val="100000"/>
              </a:lnSpc>
              <a:spcBef>
                <a:spcPts val="0"/>
              </a:spcBef>
              <a:spcAft>
                <a:spcPts val="0"/>
              </a:spcAft>
              <a:buClr>
                <a:srgbClr val="F2F2F2"/>
              </a:buClr>
              <a:buSzPts val="750"/>
              <a:buFont typeface="Lustria"/>
              <a:buNone/>
              <a:defRPr b="0" i="0" sz="750" u="none" cap="none" strike="noStrike">
                <a:solidFill>
                  <a:srgbClr val="F2F2F2"/>
                </a:solidFill>
                <a:latin typeface="Lustria"/>
                <a:ea typeface="Lustria"/>
                <a:cs typeface="Lustria"/>
                <a:sym typeface="Lustria"/>
              </a:defRPr>
            </a:lvl5pPr>
            <a:lvl6pPr indent="0" lvl="5" marL="0" marR="0" algn="r">
              <a:lnSpc>
                <a:spcPct val="100000"/>
              </a:lnSpc>
              <a:spcBef>
                <a:spcPts val="0"/>
              </a:spcBef>
              <a:spcAft>
                <a:spcPts val="0"/>
              </a:spcAft>
              <a:buClr>
                <a:srgbClr val="F2F2F2"/>
              </a:buClr>
              <a:buSzPts val="750"/>
              <a:buFont typeface="Lustria"/>
              <a:buNone/>
              <a:defRPr b="0" i="0" sz="750" u="none" cap="none" strike="noStrike">
                <a:solidFill>
                  <a:srgbClr val="F2F2F2"/>
                </a:solidFill>
                <a:latin typeface="Lustria"/>
                <a:ea typeface="Lustria"/>
                <a:cs typeface="Lustria"/>
                <a:sym typeface="Lustria"/>
              </a:defRPr>
            </a:lvl6pPr>
            <a:lvl7pPr indent="0" lvl="6" marL="0" marR="0" algn="r">
              <a:lnSpc>
                <a:spcPct val="100000"/>
              </a:lnSpc>
              <a:spcBef>
                <a:spcPts val="0"/>
              </a:spcBef>
              <a:spcAft>
                <a:spcPts val="0"/>
              </a:spcAft>
              <a:buClr>
                <a:srgbClr val="F2F2F2"/>
              </a:buClr>
              <a:buSzPts val="750"/>
              <a:buFont typeface="Lustria"/>
              <a:buNone/>
              <a:defRPr b="0" i="0" sz="750" u="none" cap="none" strike="noStrike">
                <a:solidFill>
                  <a:srgbClr val="F2F2F2"/>
                </a:solidFill>
                <a:latin typeface="Lustria"/>
                <a:ea typeface="Lustria"/>
                <a:cs typeface="Lustria"/>
                <a:sym typeface="Lustria"/>
              </a:defRPr>
            </a:lvl7pPr>
            <a:lvl8pPr indent="0" lvl="7" marL="0" marR="0" algn="r">
              <a:lnSpc>
                <a:spcPct val="100000"/>
              </a:lnSpc>
              <a:spcBef>
                <a:spcPts val="0"/>
              </a:spcBef>
              <a:spcAft>
                <a:spcPts val="0"/>
              </a:spcAft>
              <a:buClr>
                <a:srgbClr val="F2F2F2"/>
              </a:buClr>
              <a:buSzPts val="750"/>
              <a:buFont typeface="Lustria"/>
              <a:buNone/>
              <a:defRPr b="0" i="0" sz="750" u="none" cap="none" strike="noStrike">
                <a:solidFill>
                  <a:srgbClr val="F2F2F2"/>
                </a:solidFill>
                <a:latin typeface="Lustria"/>
                <a:ea typeface="Lustria"/>
                <a:cs typeface="Lustria"/>
                <a:sym typeface="Lustria"/>
              </a:defRPr>
            </a:lvl8pPr>
            <a:lvl9pPr indent="0" lvl="8" marL="0" marR="0" algn="r">
              <a:lnSpc>
                <a:spcPct val="100000"/>
              </a:lnSpc>
              <a:spcBef>
                <a:spcPts val="0"/>
              </a:spcBef>
              <a:spcAft>
                <a:spcPts val="0"/>
              </a:spcAft>
              <a:buClr>
                <a:srgbClr val="F2F2F2"/>
              </a:buClr>
              <a:buSzPts val="750"/>
              <a:buFont typeface="Lustria"/>
              <a:buNone/>
              <a:defRPr b="0" i="0" sz="750" u="none" cap="none" strike="noStrike">
                <a:solidFill>
                  <a:srgbClr val="F2F2F2"/>
                </a:solidFill>
                <a:latin typeface="Lustria"/>
                <a:ea typeface="Lustria"/>
                <a:cs typeface="Lustria"/>
                <a:sym typeface="Lustria"/>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kfql">
  <p:cSld name="Ckfql">
    <p:bg>
      <p:bgPr>
        <a:blipFill>
          <a:blip r:embed="rId2">
            <a:alphaModFix/>
          </a:blip>
          <a:stretch>
            <a:fillRect/>
          </a:stretch>
        </a:blipFill>
      </p:bgPr>
    </p:bg>
    <p:spTree>
      <p:nvGrpSpPr>
        <p:cNvPr id="50" name="Shape 50"/>
        <p:cNvGrpSpPr/>
        <p:nvPr/>
      </p:nvGrpSpPr>
      <p:grpSpPr>
        <a:xfrm>
          <a:off x="0" y="0"/>
          <a:ext cx="0" cy="0"/>
          <a:chOff x="0" y="0"/>
          <a:chExt cx="0" cy="0"/>
        </a:xfrm>
      </p:grpSpPr>
      <p:sp>
        <p:nvSpPr>
          <p:cNvPr id="51" name="Google Shape;51;p29"/>
          <p:cNvSpPr txBox="1"/>
          <p:nvPr>
            <p:ph type="title"/>
          </p:nvPr>
        </p:nvSpPr>
        <p:spPr>
          <a:xfrm>
            <a:off x="457200" y="306435"/>
            <a:ext cx="6824382" cy="52728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1"/>
              </a:buClr>
              <a:buSzPts val="3200"/>
              <a:buFont typeface="Golos Text SemiBold"/>
              <a:buNone/>
              <a:defRPr sz="3200">
                <a:latin typeface="Golos Text SemiBold"/>
                <a:ea typeface="Golos Text SemiBold"/>
                <a:cs typeface="Golos Text SemiBold"/>
                <a:sym typeface="Golos Text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9"/>
          <p:cNvSpPr txBox="1"/>
          <p:nvPr>
            <p:ph idx="1" type="body"/>
          </p:nvPr>
        </p:nvSpPr>
        <p:spPr>
          <a:xfrm>
            <a:off x="457200" y="1211943"/>
            <a:ext cx="7467600" cy="344714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Font typeface="Arial"/>
              <a:buNone/>
              <a:defRPr sz="14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228600" lvl="4" marL="2286000" algn="l">
              <a:lnSpc>
                <a:spcPct val="100000"/>
              </a:lnSpc>
              <a:spcBef>
                <a:spcPts val="360"/>
              </a:spcBef>
              <a:spcAft>
                <a:spcPts val="0"/>
              </a:spcAft>
              <a:buClr>
                <a:schemeClr val="dk1"/>
              </a:buClr>
              <a:buSzPts val="1800"/>
              <a:buNone/>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53" name="Google Shape;53;p2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ustom Layout">
  <p:cSld name="5_Custom Layout">
    <p:bg>
      <p:bgPr>
        <a:blipFill>
          <a:blip r:embed="rId2">
            <a:alphaModFix/>
          </a:blip>
          <a:stretch>
            <a:fillRect/>
          </a:stretch>
        </a:blipFill>
      </p:bgPr>
    </p:bg>
    <p:spTree>
      <p:nvGrpSpPr>
        <p:cNvPr id="54" name="Shape 54"/>
        <p:cNvGrpSpPr/>
        <p:nvPr/>
      </p:nvGrpSpPr>
      <p:grpSpPr>
        <a:xfrm>
          <a:off x="0" y="0"/>
          <a:ext cx="0" cy="0"/>
          <a:chOff x="0" y="0"/>
          <a:chExt cx="0" cy="0"/>
        </a:xfrm>
      </p:grpSpPr>
      <p:sp>
        <p:nvSpPr>
          <p:cNvPr id="55" name="Google Shape;55;p31"/>
          <p:cNvSpPr/>
          <p:nvPr>
            <p:ph idx="2" type="pic"/>
          </p:nvPr>
        </p:nvSpPr>
        <p:spPr>
          <a:xfrm>
            <a:off x="457200" y="936852"/>
            <a:ext cx="4608513" cy="3842155"/>
          </a:xfrm>
          <a:prstGeom prst="roundRect">
            <a:avLst>
              <a:gd fmla="val 7784" name="adj"/>
            </a:avLst>
          </a:prstGeom>
          <a:noFill/>
          <a:ln>
            <a:noFill/>
          </a:ln>
        </p:spPr>
      </p:sp>
      <p:sp>
        <p:nvSpPr>
          <p:cNvPr id="56" name="Google Shape;56;p31"/>
          <p:cNvSpPr txBox="1"/>
          <p:nvPr>
            <p:ph type="title"/>
          </p:nvPr>
        </p:nvSpPr>
        <p:spPr>
          <a:xfrm>
            <a:off x="457200" y="306435"/>
            <a:ext cx="6291943" cy="52728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1"/>
              </a:buClr>
              <a:buSzPts val="3200"/>
              <a:buFont typeface="Golos Text SemiBold"/>
              <a:buNone/>
              <a:defRPr sz="3200">
                <a:latin typeface="Golos Text SemiBold"/>
                <a:ea typeface="Golos Text SemiBold"/>
                <a:cs typeface="Golos Text SemiBold"/>
                <a:sym typeface="Golos Text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1"/>
          <p:cNvSpPr txBox="1"/>
          <p:nvPr>
            <p:ph idx="1" type="body"/>
          </p:nvPr>
        </p:nvSpPr>
        <p:spPr>
          <a:xfrm>
            <a:off x="5508171" y="1153886"/>
            <a:ext cx="2532743" cy="342537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40"/>
              </a:spcBef>
              <a:spcAft>
                <a:spcPts val="0"/>
              </a:spcAft>
              <a:buClr>
                <a:schemeClr val="dk1"/>
              </a:buClr>
              <a:buSzPts val="1200"/>
              <a:buNone/>
              <a:defRPr sz="1200"/>
            </a:lvl1pPr>
            <a:lvl2pPr indent="-228600" lvl="1" marL="914400" algn="l">
              <a:lnSpc>
                <a:spcPct val="100000"/>
              </a:lnSpc>
              <a:spcBef>
                <a:spcPts val="280"/>
              </a:spcBef>
              <a:spcAft>
                <a:spcPts val="0"/>
              </a:spcAft>
              <a:buClr>
                <a:schemeClr val="dk1"/>
              </a:buClr>
              <a:buSzPts val="1400"/>
              <a:buNone/>
              <a:defRPr sz="1400"/>
            </a:lvl2pPr>
            <a:lvl3pPr indent="-228600" lvl="2" marL="1371600" algn="l">
              <a:lnSpc>
                <a:spcPct val="100000"/>
              </a:lnSpc>
              <a:spcBef>
                <a:spcPts val="280"/>
              </a:spcBef>
              <a:spcAft>
                <a:spcPts val="0"/>
              </a:spcAft>
              <a:buClr>
                <a:schemeClr val="dk1"/>
              </a:buClr>
              <a:buSzPts val="1400"/>
              <a:buNone/>
              <a:defRPr sz="1400"/>
            </a:lvl3pPr>
            <a:lvl4pPr indent="-228600" lvl="3" marL="1828800" algn="l">
              <a:lnSpc>
                <a:spcPct val="100000"/>
              </a:lnSpc>
              <a:spcBef>
                <a:spcPts val="280"/>
              </a:spcBef>
              <a:spcAft>
                <a:spcPts val="0"/>
              </a:spcAft>
              <a:buClr>
                <a:schemeClr val="dk1"/>
              </a:buClr>
              <a:buSzPts val="1400"/>
              <a:buNone/>
              <a:defRPr sz="1400"/>
            </a:lvl4pPr>
            <a:lvl5pPr indent="-228600" lvl="4" marL="2286000" algn="l">
              <a:lnSpc>
                <a:spcPct val="100000"/>
              </a:lnSpc>
              <a:spcBef>
                <a:spcPts val="280"/>
              </a:spcBef>
              <a:spcAft>
                <a:spcPts val="0"/>
              </a:spcAft>
              <a:buClr>
                <a:schemeClr val="dk1"/>
              </a:buClr>
              <a:buSzPts val="1400"/>
              <a:buFont typeface="Arial"/>
              <a:buNone/>
              <a:defRPr sz="14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8" name="Google Shape;58;p3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Пользовательский макет">
  <p:cSld name="Пользовательский макет">
    <p:bg>
      <p:bgPr>
        <a:solidFill>
          <a:srgbClr val="FFFFFF"/>
        </a:solidFill>
      </p:bgPr>
    </p:bg>
    <p:spTree>
      <p:nvGrpSpPr>
        <p:cNvPr id="59" name="Shape 59"/>
        <p:cNvGrpSpPr/>
        <p:nvPr/>
      </p:nvGrpSpPr>
      <p:grpSpPr>
        <a:xfrm>
          <a:off x="0" y="0"/>
          <a:ext cx="0" cy="0"/>
          <a:chOff x="0" y="0"/>
          <a:chExt cx="0" cy="0"/>
        </a:xfrm>
      </p:grpSpPr>
      <p:sp>
        <p:nvSpPr>
          <p:cNvPr id="60" name="Google Shape;60;p33"/>
          <p:cNvSpPr txBox="1"/>
          <p:nvPr>
            <p:ph idx="1" type="body"/>
          </p:nvPr>
        </p:nvSpPr>
        <p:spPr>
          <a:xfrm>
            <a:off x="507999" y="1792286"/>
            <a:ext cx="3635830" cy="157367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20"/>
              </a:spcBef>
              <a:spcAft>
                <a:spcPts val="0"/>
              </a:spcAft>
              <a:buClr>
                <a:schemeClr val="dk1"/>
              </a:buClr>
              <a:buSzPts val="1600"/>
              <a:buNone/>
              <a:defRPr sz="1600"/>
            </a:lvl1pPr>
            <a:lvl2pPr indent="-228600" lvl="1" marL="914400" algn="l">
              <a:lnSpc>
                <a:spcPct val="100000"/>
              </a:lnSpc>
              <a:spcBef>
                <a:spcPts val="400"/>
              </a:spcBef>
              <a:spcAft>
                <a:spcPts val="0"/>
              </a:spcAft>
              <a:buClr>
                <a:schemeClr val="dk1"/>
              </a:buClr>
              <a:buSzPts val="2000"/>
              <a:buNone/>
              <a:defRPr/>
            </a:lvl2pPr>
            <a:lvl3pPr indent="-228600" lvl="2" marL="1371600" algn="l">
              <a:lnSpc>
                <a:spcPct val="100000"/>
              </a:lnSpc>
              <a:spcBef>
                <a:spcPts val="320"/>
              </a:spcBef>
              <a:spcAft>
                <a:spcPts val="0"/>
              </a:spcAft>
              <a:buClr>
                <a:schemeClr val="dk1"/>
              </a:buClr>
              <a:buSzPts val="1600"/>
              <a:buNone/>
              <a:defRPr/>
            </a:lvl3pPr>
            <a:lvl4pPr indent="-228600" lvl="3" marL="1828800" algn="l">
              <a:lnSpc>
                <a:spcPct val="100000"/>
              </a:lnSpc>
              <a:spcBef>
                <a:spcPts val="320"/>
              </a:spcBef>
              <a:spcAft>
                <a:spcPts val="0"/>
              </a:spcAft>
              <a:buClr>
                <a:schemeClr val="dk1"/>
              </a:buClr>
              <a:buSzPts val="1600"/>
              <a:buNone/>
              <a:defRPr/>
            </a:lvl4pPr>
            <a:lvl5pPr indent="-228600" lvl="4" marL="2286000" algn="l">
              <a:lnSpc>
                <a:spcPct val="100000"/>
              </a:lnSpc>
              <a:spcBef>
                <a:spcPts val="320"/>
              </a:spcBef>
              <a:spcAft>
                <a:spcPts val="0"/>
              </a:spcAft>
              <a:buClr>
                <a:schemeClr val="dk1"/>
              </a:buClr>
              <a:buSzPts val="1600"/>
              <a:buFont typeface="Arial"/>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1" name="Google Shape;61;p33"/>
          <p:cNvSpPr txBox="1"/>
          <p:nvPr>
            <p:ph idx="2" type="body"/>
          </p:nvPr>
        </p:nvSpPr>
        <p:spPr>
          <a:xfrm>
            <a:off x="507999" y="1182459"/>
            <a:ext cx="2960913" cy="59508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20"/>
              </a:spcBef>
              <a:spcAft>
                <a:spcPts val="0"/>
              </a:spcAft>
              <a:buClr>
                <a:schemeClr val="dk1"/>
              </a:buClr>
              <a:buSzPts val="1600"/>
              <a:buNone/>
              <a:defRPr sz="1600" u="sng">
                <a:latin typeface="Golos Text SemiBold"/>
                <a:ea typeface="Golos Text SemiBold"/>
                <a:cs typeface="Golos Text SemiBold"/>
                <a:sym typeface="Golos Text SemiBold"/>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228600" lvl="4" marL="2286000" algn="l">
              <a:lnSpc>
                <a:spcPct val="100000"/>
              </a:lnSpc>
              <a:spcBef>
                <a:spcPts val="360"/>
              </a:spcBef>
              <a:spcAft>
                <a:spcPts val="0"/>
              </a:spcAft>
              <a:buClr>
                <a:schemeClr val="dk1"/>
              </a:buClr>
              <a:buSzPts val="1800"/>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2" name="Google Shape;62;p33"/>
          <p:cNvSpPr txBox="1"/>
          <p:nvPr>
            <p:ph idx="3" type="body"/>
          </p:nvPr>
        </p:nvSpPr>
        <p:spPr>
          <a:xfrm>
            <a:off x="5000171" y="3011486"/>
            <a:ext cx="3635830" cy="157367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400"/>
              </a:spcBef>
              <a:spcAft>
                <a:spcPts val="0"/>
              </a:spcAft>
              <a:buClr>
                <a:schemeClr val="dk1"/>
              </a:buClr>
              <a:buSzPts val="2000"/>
              <a:buNone/>
              <a:defRPr/>
            </a:lvl2pPr>
            <a:lvl3pPr indent="-228600" lvl="2" marL="1371600" algn="l">
              <a:lnSpc>
                <a:spcPct val="100000"/>
              </a:lnSpc>
              <a:spcBef>
                <a:spcPts val="320"/>
              </a:spcBef>
              <a:spcAft>
                <a:spcPts val="0"/>
              </a:spcAft>
              <a:buClr>
                <a:schemeClr val="dk1"/>
              </a:buClr>
              <a:buSzPts val="1600"/>
              <a:buNone/>
              <a:defRPr/>
            </a:lvl3pPr>
            <a:lvl4pPr indent="-228600" lvl="3" marL="1828800" algn="l">
              <a:lnSpc>
                <a:spcPct val="100000"/>
              </a:lnSpc>
              <a:spcBef>
                <a:spcPts val="320"/>
              </a:spcBef>
              <a:spcAft>
                <a:spcPts val="0"/>
              </a:spcAft>
              <a:buClr>
                <a:schemeClr val="dk1"/>
              </a:buClr>
              <a:buSzPts val="1600"/>
              <a:buNone/>
              <a:defRPr/>
            </a:lvl4pPr>
            <a:lvl5pPr indent="-228600" lvl="4" marL="2286000" algn="l">
              <a:lnSpc>
                <a:spcPct val="100000"/>
              </a:lnSpc>
              <a:spcBef>
                <a:spcPts val="320"/>
              </a:spcBef>
              <a:spcAft>
                <a:spcPts val="0"/>
              </a:spcAft>
              <a:buClr>
                <a:schemeClr val="dk1"/>
              </a:buClr>
              <a:buSzPts val="1600"/>
              <a:buFont typeface="Arial"/>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3" name="Google Shape;63;p33"/>
          <p:cNvSpPr txBox="1"/>
          <p:nvPr>
            <p:ph idx="4" type="body"/>
          </p:nvPr>
        </p:nvSpPr>
        <p:spPr>
          <a:xfrm>
            <a:off x="5000171" y="2401659"/>
            <a:ext cx="2960913" cy="59508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20"/>
              </a:spcBef>
              <a:spcAft>
                <a:spcPts val="0"/>
              </a:spcAft>
              <a:buClr>
                <a:schemeClr val="dk1"/>
              </a:buClr>
              <a:buSzPts val="1600"/>
              <a:buNone/>
              <a:defRPr sz="1600" u="sng">
                <a:latin typeface="Golos Text SemiBold"/>
                <a:ea typeface="Golos Text SemiBold"/>
                <a:cs typeface="Golos Text SemiBold"/>
                <a:sym typeface="Golos Text SemiBold"/>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228600" lvl="4" marL="2286000" algn="l">
              <a:lnSpc>
                <a:spcPct val="100000"/>
              </a:lnSpc>
              <a:spcBef>
                <a:spcPts val="360"/>
              </a:spcBef>
              <a:spcAft>
                <a:spcPts val="0"/>
              </a:spcAft>
              <a:buClr>
                <a:schemeClr val="dk1"/>
              </a:buClr>
              <a:buSzPts val="1800"/>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4" name="Google Shape;64;p33"/>
          <p:cNvSpPr txBox="1"/>
          <p:nvPr>
            <p:ph type="title"/>
          </p:nvPr>
        </p:nvSpPr>
        <p:spPr>
          <a:xfrm>
            <a:off x="457200" y="306435"/>
            <a:ext cx="6824382" cy="52728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1"/>
              </a:buClr>
              <a:buSzPts val="3200"/>
              <a:buFont typeface="Golos Text SemiBold"/>
              <a:buNone/>
              <a:defRPr sz="3200">
                <a:latin typeface="Golos Text SemiBold"/>
                <a:ea typeface="Golos Text SemiBold"/>
                <a:cs typeface="Golos Text SemiBold"/>
                <a:sym typeface="Golos Text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3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Пользовательский макет">
  <p:cSld name="6_Пользовательский макет">
    <p:bg>
      <p:bgPr>
        <a:solidFill>
          <a:srgbClr val="FFFFFF"/>
        </a:solidFill>
      </p:bgPr>
    </p:bg>
    <p:spTree>
      <p:nvGrpSpPr>
        <p:cNvPr id="66" name="Shape 66"/>
        <p:cNvGrpSpPr/>
        <p:nvPr/>
      </p:nvGrpSpPr>
      <p:grpSpPr>
        <a:xfrm>
          <a:off x="0" y="0"/>
          <a:ext cx="0" cy="0"/>
          <a:chOff x="0" y="0"/>
          <a:chExt cx="0" cy="0"/>
        </a:xfrm>
      </p:grpSpPr>
      <p:sp>
        <p:nvSpPr>
          <p:cNvPr id="67" name="Google Shape;67;p34"/>
          <p:cNvSpPr txBox="1"/>
          <p:nvPr>
            <p:ph type="title"/>
          </p:nvPr>
        </p:nvSpPr>
        <p:spPr>
          <a:xfrm>
            <a:off x="457200" y="306435"/>
            <a:ext cx="6824382" cy="52728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200"/>
              <a:buFont typeface="Golos Text SemiBold"/>
              <a:buNone/>
              <a:defRPr sz="3200">
                <a:solidFill>
                  <a:schemeClr val="lt1"/>
                </a:solidFill>
                <a:latin typeface="Golos Text SemiBold"/>
                <a:ea typeface="Golos Text SemiBold"/>
                <a:cs typeface="Golos Text SemiBold"/>
                <a:sym typeface="Golos Text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34"/>
          <p:cNvSpPr txBox="1"/>
          <p:nvPr>
            <p:ph idx="1" type="body"/>
          </p:nvPr>
        </p:nvSpPr>
        <p:spPr>
          <a:xfrm>
            <a:off x="457199" y="1040162"/>
            <a:ext cx="8389257" cy="373503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Clr>
                <a:schemeClr val="lt1"/>
              </a:buClr>
              <a:buSzPts val="1800"/>
              <a:buFont typeface="Arial"/>
              <a:buNone/>
              <a:defRPr b="0" sz="1800">
                <a:solidFill>
                  <a:schemeClr val="lt1"/>
                </a:solidFill>
              </a:defRPr>
            </a:lvl1pPr>
            <a:lvl2pPr indent="-228600" lvl="1" marL="914400" algn="l">
              <a:lnSpc>
                <a:spcPct val="100000"/>
              </a:lnSpc>
              <a:spcBef>
                <a:spcPts val="480"/>
              </a:spcBef>
              <a:spcAft>
                <a:spcPts val="0"/>
              </a:spcAft>
              <a:buClr>
                <a:schemeClr val="dk1"/>
              </a:buClr>
              <a:buSzPts val="2400"/>
              <a:buFont typeface="Arial"/>
              <a:buNone/>
              <a:defRPr sz="2400"/>
            </a:lvl2pPr>
            <a:lvl3pPr indent="-228600" lvl="2" marL="1371600" algn="l">
              <a:lnSpc>
                <a:spcPct val="100000"/>
              </a:lnSpc>
              <a:spcBef>
                <a:spcPts val="400"/>
              </a:spcBef>
              <a:spcAft>
                <a:spcPts val="0"/>
              </a:spcAft>
              <a:buClr>
                <a:schemeClr val="dk1"/>
              </a:buClr>
              <a:buSzPts val="2000"/>
              <a:buFont typeface="Arial"/>
              <a:buNone/>
              <a:defRPr sz="2000"/>
            </a:lvl3pPr>
            <a:lvl4pPr indent="-228600" lvl="3" marL="1828800" algn="l">
              <a:lnSpc>
                <a:spcPct val="100000"/>
              </a:lnSpc>
              <a:spcBef>
                <a:spcPts val="360"/>
              </a:spcBef>
              <a:spcAft>
                <a:spcPts val="0"/>
              </a:spcAft>
              <a:buClr>
                <a:schemeClr val="dk1"/>
              </a:buClr>
              <a:buSzPts val="1800"/>
              <a:buFont typeface="Arial"/>
              <a:buNone/>
              <a:defRPr sz="1800"/>
            </a:lvl4pPr>
            <a:lvl5pPr indent="-228600" lvl="4" marL="2286000" algn="l">
              <a:lnSpc>
                <a:spcPct val="100000"/>
              </a:lnSpc>
              <a:spcBef>
                <a:spcPts val="360"/>
              </a:spcBef>
              <a:spcAft>
                <a:spcPts val="0"/>
              </a:spcAft>
              <a:buClr>
                <a:schemeClr val="dk1"/>
              </a:buClr>
              <a:buSzPts val="1800"/>
              <a:buFont typeface="Arial"/>
              <a:buNone/>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69" name="Google Shape;69;p3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Custom Layout">
  <p:cSld name="9_Custom Layout">
    <p:bg>
      <p:bgPr>
        <a:blipFill>
          <a:blip r:embed="rId2">
            <a:alphaModFix/>
          </a:blip>
          <a:stretch>
            <a:fillRect/>
          </a:stretch>
        </a:blipFill>
      </p:bgPr>
    </p:bg>
    <p:spTree>
      <p:nvGrpSpPr>
        <p:cNvPr id="70" name="Shape 70"/>
        <p:cNvGrpSpPr/>
        <p:nvPr/>
      </p:nvGrpSpPr>
      <p:grpSpPr>
        <a:xfrm>
          <a:off x="0" y="0"/>
          <a:ext cx="0" cy="0"/>
          <a:chOff x="0" y="0"/>
          <a:chExt cx="0" cy="0"/>
        </a:xfrm>
      </p:grpSpPr>
      <p:sp>
        <p:nvSpPr>
          <p:cNvPr id="71" name="Google Shape;71;p35"/>
          <p:cNvSpPr txBox="1"/>
          <p:nvPr>
            <p:ph idx="1" type="body"/>
          </p:nvPr>
        </p:nvSpPr>
        <p:spPr>
          <a:xfrm>
            <a:off x="624113" y="1233715"/>
            <a:ext cx="7170057" cy="341085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20"/>
              </a:spcBef>
              <a:spcAft>
                <a:spcPts val="0"/>
              </a:spcAft>
              <a:buClr>
                <a:schemeClr val="dk1"/>
              </a:buClr>
              <a:buSzPts val="1600"/>
              <a:buFont typeface="Golos Text"/>
              <a:buNone/>
              <a:defRPr sz="1600"/>
            </a:lvl1pPr>
            <a:lvl2pPr indent="-228600" lvl="1" marL="914400" algn="l">
              <a:lnSpc>
                <a:spcPct val="100000"/>
              </a:lnSpc>
              <a:spcBef>
                <a:spcPts val="320"/>
              </a:spcBef>
              <a:spcAft>
                <a:spcPts val="0"/>
              </a:spcAft>
              <a:buClr>
                <a:schemeClr val="dk1"/>
              </a:buClr>
              <a:buSzPts val="1600"/>
              <a:buFont typeface="Golos Text"/>
              <a:buNone/>
              <a:defRPr sz="1600"/>
            </a:lvl2pPr>
            <a:lvl3pPr indent="-228600" lvl="2" marL="1371600" algn="l">
              <a:lnSpc>
                <a:spcPct val="100000"/>
              </a:lnSpc>
              <a:spcBef>
                <a:spcPts val="320"/>
              </a:spcBef>
              <a:spcAft>
                <a:spcPts val="0"/>
              </a:spcAft>
              <a:buClr>
                <a:schemeClr val="dk1"/>
              </a:buClr>
              <a:buSzPts val="1600"/>
              <a:buFont typeface="Golos Text"/>
              <a:buNone/>
              <a:defRPr sz="1600"/>
            </a:lvl3pPr>
            <a:lvl4pPr indent="-228600" lvl="3" marL="1828800" algn="l">
              <a:lnSpc>
                <a:spcPct val="100000"/>
              </a:lnSpc>
              <a:spcBef>
                <a:spcPts val="320"/>
              </a:spcBef>
              <a:spcAft>
                <a:spcPts val="0"/>
              </a:spcAft>
              <a:buClr>
                <a:schemeClr val="dk1"/>
              </a:buClr>
              <a:buSzPts val="1600"/>
              <a:buFont typeface="Golos Text"/>
              <a:buNone/>
              <a:defRPr sz="1600"/>
            </a:lvl4pPr>
            <a:lvl5pPr indent="-228600" lvl="4" marL="2286000" algn="l">
              <a:lnSpc>
                <a:spcPct val="100000"/>
              </a:lnSpc>
              <a:spcBef>
                <a:spcPts val="320"/>
              </a:spcBef>
              <a:spcAft>
                <a:spcPts val="0"/>
              </a:spcAft>
              <a:buClr>
                <a:schemeClr val="dk1"/>
              </a:buClr>
              <a:buSzPts val="1600"/>
              <a:buFont typeface="Golos Text"/>
              <a:buNone/>
              <a:defRPr sz="16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2" name="Google Shape;72;p35"/>
          <p:cNvSpPr txBox="1"/>
          <p:nvPr>
            <p:ph type="title"/>
          </p:nvPr>
        </p:nvSpPr>
        <p:spPr>
          <a:xfrm>
            <a:off x="457200" y="306435"/>
            <a:ext cx="6824382" cy="52728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200"/>
              <a:buFont typeface="Golos Text SemiBold"/>
              <a:buNone/>
              <a:defRPr sz="3200">
                <a:solidFill>
                  <a:schemeClr val="lt1"/>
                </a:solidFill>
                <a:latin typeface="Golos Text SemiBold"/>
                <a:ea typeface="Golos Text SemiBold"/>
                <a:cs typeface="Golos Text SemiBold"/>
                <a:sym typeface="Golos Text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bg>
      <p:bgPr>
        <a:blipFill>
          <a:blip r:embed="rId2">
            <a:alphaModFix/>
          </a:blip>
          <a:stretch>
            <a:fillRect/>
          </a:stretch>
        </a:blipFill>
      </p:bgPr>
    </p:bg>
    <p:spTree>
      <p:nvGrpSpPr>
        <p:cNvPr id="74" name="Shape 74"/>
        <p:cNvGrpSpPr/>
        <p:nvPr/>
      </p:nvGrpSpPr>
      <p:grpSpPr>
        <a:xfrm>
          <a:off x="0" y="0"/>
          <a:ext cx="0" cy="0"/>
          <a:chOff x="0" y="0"/>
          <a:chExt cx="0" cy="0"/>
        </a:xfrm>
      </p:grpSpPr>
      <p:sp>
        <p:nvSpPr>
          <p:cNvPr id="75" name="Google Shape;75;p36"/>
          <p:cNvSpPr txBox="1"/>
          <p:nvPr>
            <p:ph idx="1" type="body"/>
          </p:nvPr>
        </p:nvSpPr>
        <p:spPr>
          <a:xfrm>
            <a:off x="507999" y="1792286"/>
            <a:ext cx="3635830" cy="157367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40"/>
              </a:spcBef>
              <a:spcAft>
                <a:spcPts val="0"/>
              </a:spcAft>
              <a:buClr>
                <a:schemeClr val="dk1"/>
              </a:buClr>
              <a:buSzPts val="1200"/>
              <a:buNone/>
              <a:defRPr sz="1200"/>
            </a:lvl1pPr>
            <a:lvl2pPr indent="-228600" lvl="1" marL="914400" algn="l">
              <a:lnSpc>
                <a:spcPct val="100000"/>
              </a:lnSpc>
              <a:spcBef>
                <a:spcPts val="400"/>
              </a:spcBef>
              <a:spcAft>
                <a:spcPts val="0"/>
              </a:spcAft>
              <a:buClr>
                <a:schemeClr val="dk1"/>
              </a:buClr>
              <a:buSzPts val="2000"/>
              <a:buNone/>
              <a:defRPr/>
            </a:lvl2pPr>
            <a:lvl3pPr indent="-228600" lvl="2" marL="1371600" algn="l">
              <a:lnSpc>
                <a:spcPct val="100000"/>
              </a:lnSpc>
              <a:spcBef>
                <a:spcPts val="320"/>
              </a:spcBef>
              <a:spcAft>
                <a:spcPts val="0"/>
              </a:spcAft>
              <a:buClr>
                <a:schemeClr val="dk1"/>
              </a:buClr>
              <a:buSzPts val="1600"/>
              <a:buNone/>
              <a:defRPr/>
            </a:lvl3pPr>
            <a:lvl4pPr indent="-228600" lvl="3" marL="1828800" algn="l">
              <a:lnSpc>
                <a:spcPct val="100000"/>
              </a:lnSpc>
              <a:spcBef>
                <a:spcPts val="320"/>
              </a:spcBef>
              <a:spcAft>
                <a:spcPts val="0"/>
              </a:spcAft>
              <a:buClr>
                <a:schemeClr val="dk1"/>
              </a:buClr>
              <a:buSzPts val="1600"/>
              <a:buNone/>
              <a:defRPr/>
            </a:lvl4pPr>
            <a:lvl5pPr indent="-228600" lvl="4" marL="2286000" algn="l">
              <a:lnSpc>
                <a:spcPct val="100000"/>
              </a:lnSpc>
              <a:spcBef>
                <a:spcPts val="320"/>
              </a:spcBef>
              <a:spcAft>
                <a:spcPts val="0"/>
              </a:spcAft>
              <a:buClr>
                <a:schemeClr val="dk1"/>
              </a:buClr>
              <a:buSzPts val="1600"/>
              <a:buFont typeface="Arial"/>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6" name="Google Shape;76;p36"/>
          <p:cNvSpPr txBox="1"/>
          <p:nvPr>
            <p:ph idx="2" type="body"/>
          </p:nvPr>
        </p:nvSpPr>
        <p:spPr>
          <a:xfrm>
            <a:off x="507999" y="1182459"/>
            <a:ext cx="2960913" cy="59508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20"/>
              </a:spcBef>
              <a:spcAft>
                <a:spcPts val="0"/>
              </a:spcAft>
              <a:buClr>
                <a:schemeClr val="dk1"/>
              </a:buClr>
              <a:buSzPts val="1600"/>
              <a:buNone/>
              <a:defRPr sz="1600" u="sng">
                <a:latin typeface="Golos Text SemiBold"/>
                <a:ea typeface="Golos Text SemiBold"/>
                <a:cs typeface="Golos Text SemiBold"/>
                <a:sym typeface="Golos Text SemiBold"/>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228600" lvl="4" marL="2286000" algn="l">
              <a:lnSpc>
                <a:spcPct val="100000"/>
              </a:lnSpc>
              <a:spcBef>
                <a:spcPts val="360"/>
              </a:spcBef>
              <a:spcAft>
                <a:spcPts val="0"/>
              </a:spcAft>
              <a:buClr>
                <a:schemeClr val="dk1"/>
              </a:buClr>
              <a:buSzPts val="1800"/>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36"/>
          <p:cNvSpPr txBox="1"/>
          <p:nvPr>
            <p:ph type="title"/>
          </p:nvPr>
        </p:nvSpPr>
        <p:spPr>
          <a:xfrm>
            <a:off x="457200" y="306435"/>
            <a:ext cx="6824382" cy="52728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200"/>
              <a:buFont typeface="Golos Text SemiBold"/>
              <a:buNone/>
              <a:defRPr sz="3200">
                <a:solidFill>
                  <a:schemeClr val="lt1"/>
                </a:solidFill>
                <a:latin typeface="Golos Text SemiBold"/>
                <a:ea typeface="Golos Text SemiBold"/>
                <a:cs typeface="Golos Text SemiBold"/>
                <a:sym typeface="Golos Text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6"/>
          <p:cNvSpPr txBox="1"/>
          <p:nvPr>
            <p:ph idx="3" type="body"/>
          </p:nvPr>
        </p:nvSpPr>
        <p:spPr>
          <a:xfrm>
            <a:off x="5000171" y="3011486"/>
            <a:ext cx="3635830" cy="157367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40"/>
              </a:spcBef>
              <a:spcAft>
                <a:spcPts val="0"/>
              </a:spcAft>
              <a:buClr>
                <a:schemeClr val="dk1"/>
              </a:buClr>
              <a:buSzPts val="1200"/>
              <a:buNone/>
              <a:defRPr sz="1200"/>
            </a:lvl1pPr>
            <a:lvl2pPr indent="-228600" lvl="1" marL="914400" algn="l">
              <a:lnSpc>
                <a:spcPct val="100000"/>
              </a:lnSpc>
              <a:spcBef>
                <a:spcPts val="400"/>
              </a:spcBef>
              <a:spcAft>
                <a:spcPts val="0"/>
              </a:spcAft>
              <a:buClr>
                <a:schemeClr val="dk1"/>
              </a:buClr>
              <a:buSzPts val="2000"/>
              <a:buNone/>
              <a:defRPr/>
            </a:lvl2pPr>
            <a:lvl3pPr indent="-228600" lvl="2" marL="1371600" algn="l">
              <a:lnSpc>
                <a:spcPct val="100000"/>
              </a:lnSpc>
              <a:spcBef>
                <a:spcPts val="320"/>
              </a:spcBef>
              <a:spcAft>
                <a:spcPts val="0"/>
              </a:spcAft>
              <a:buClr>
                <a:schemeClr val="dk1"/>
              </a:buClr>
              <a:buSzPts val="1600"/>
              <a:buNone/>
              <a:defRPr/>
            </a:lvl3pPr>
            <a:lvl4pPr indent="-228600" lvl="3" marL="1828800" algn="l">
              <a:lnSpc>
                <a:spcPct val="100000"/>
              </a:lnSpc>
              <a:spcBef>
                <a:spcPts val="320"/>
              </a:spcBef>
              <a:spcAft>
                <a:spcPts val="0"/>
              </a:spcAft>
              <a:buClr>
                <a:schemeClr val="dk1"/>
              </a:buClr>
              <a:buSzPts val="1600"/>
              <a:buNone/>
              <a:defRPr/>
            </a:lvl4pPr>
            <a:lvl5pPr indent="-228600" lvl="4" marL="2286000" algn="l">
              <a:lnSpc>
                <a:spcPct val="100000"/>
              </a:lnSpc>
              <a:spcBef>
                <a:spcPts val="320"/>
              </a:spcBef>
              <a:spcAft>
                <a:spcPts val="0"/>
              </a:spcAft>
              <a:buClr>
                <a:schemeClr val="dk1"/>
              </a:buClr>
              <a:buSzPts val="1600"/>
              <a:buFont typeface="Arial"/>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9" name="Google Shape;79;p36"/>
          <p:cNvSpPr txBox="1"/>
          <p:nvPr>
            <p:ph idx="4" type="body"/>
          </p:nvPr>
        </p:nvSpPr>
        <p:spPr>
          <a:xfrm>
            <a:off x="5000171" y="2401659"/>
            <a:ext cx="2960913" cy="59508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20"/>
              </a:spcBef>
              <a:spcAft>
                <a:spcPts val="0"/>
              </a:spcAft>
              <a:buClr>
                <a:schemeClr val="dk1"/>
              </a:buClr>
              <a:buSzPts val="1600"/>
              <a:buNone/>
              <a:defRPr sz="1600" u="sng">
                <a:latin typeface="Golos Text SemiBold"/>
                <a:ea typeface="Golos Text SemiBold"/>
                <a:cs typeface="Golos Text SemiBold"/>
                <a:sym typeface="Golos Text SemiBold"/>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228600" lvl="4" marL="2286000" algn="l">
              <a:lnSpc>
                <a:spcPct val="100000"/>
              </a:lnSpc>
              <a:spcBef>
                <a:spcPts val="360"/>
              </a:spcBef>
              <a:spcAft>
                <a:spcPts val="0"/>
              </a:spcAft>
              <a:buClr>
                <a:schemeClr val="dk1"/>
              </a:buClr>
              <a:buSzPts val="1800"/>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0" name="Google Shape;80;p3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Пользовательский макет">
  <p:cSld name="3_Пользовательский макет">
    <p:bg>
      <p:bgPr>
        <a:solidFill>
          <a:srgbClr val="FFFFFF"/>
        </a:solidFill>
      </p:bgPr>
    </p:bg>
    <p:spTree>
      <p:nvGrpSpPr>
        <p:cNvPr id="81" name="Shape 81"/>
        <p:cNvGrpSpPr/>
        <p:nvPr/>
      </p:nvGrpSpPr>
      <p:grpSpPr>
        <a:xfrm>
          <a:off x="0" y="0"/>
          <a:ext cx="0" cy="0"/>
          <a:chOff x="0" y="0"/>
          <a:chExt cx="0" cy="0"/>
        </a:xfrm>
      </p:grpSpPr>
      <p:sp>
        <p:nvSpPr>
          <p:cNvPr id="82" name="Google Shape;82;p37"/>
          <p:cNvSpPr txBox="1"/>
          <p:nvPr>
            <p:ph type="title"/>
          </p:nvPr>
        </p:nvSpPr>
        <p:spPr>
          <a:xfrm>
            <a:off x="457200" y="306435"/>
            <a:ext cx="6824382" cy="52728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200"/>
              <a:buFont typeface="Golos Text SemiBold"/>
              <a:buNone/>
              <a:defRPr sz="3200">
                <a:solidFill>
                  <a:schemeClr val="lt1"/>
                </a:solidFill>
                <a:latin typeface="Golos Text SemiBold"/>
                <a:ea typeface="Golos Text SemiBold"/>
                <a:cs typeface="Golos Text SemiBold"/>
                <a:sym typeface="Golos Text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7"/>
          <p:cNvSpPr/>
          <p:nvPr>
            <p:ph idx="2" type="pic"/>
          </p:nvPr>
        </p:nvSpPr>
        <p:spPr>
          <a:xfrm>
            <a:off x="457200" y="936852"/>
            <a:ext cx="4608513" cy="3842155"/>
          </a:xfrm>
          <a:prstGeom prst="roundRect">
            <a:avLst>
              <a:gd fmla="val 7952" name="adj"/>
            </a:avLst>
          </a:prstGeom>
          <a:noFill/>
          <a:ln>
            <a:noFill/>
          </a:ln>
        </p:spPr>
      </p:sp>
      <p:sp>
        <p:nvSpPr>
          <p:cNvPr id="84" name="Google Shape;84;p37"/>
          <p:cNvSpPr txBox="1"/>
          <p:nvPr>
            <p:ph idx="1" type="body"/>
          </p:nvPr>
        </p:nvSpPr>
        <p:spPr>
          <a:xfrm>
            <a:off x="5508171" y="1153886"/>
            <a:ext cx="2532743" cy="342537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80"/>
              </a:spcBef>
              <a:spcAft>
                <a:spcPts val="0"/>
              </a:spcAft>
              <a:buClr>
                <a:schemeClr val="dk1"/>
              </a:buClr>
              <a:buSzPts val="1400"/>
              <a:buNone/>
              <a:defRPr sz="1400"/>
            </a:lvl2pPr>
            <a:lvl3pPr indent="-228600" lvl="2" marL="1371600" algn="l">
              <a:lnSpc>
                <a:spcPct val="100000"/>
              </a:lnSpc>
              <a:spcBef>
                <a:spcPts val="280"/>
              </a:spcBef>
              <a:spcAft>
                <a:spcPts val="0"/>
              </a:spcAft>
              <a:buClr>
                <a:schemeClr val="dk1"/>
              </a:buClr>
              <a:buSzPts val="1400"/>
              <a:buNone/>
              <a:defRPr sz="1400"/>
            </a:lvl3pPr>
            <a:lvl4pPr indent="-228600" lvl="3" marL="1828800" algn="l">
              <a:lnSpc>
                <a:spcPct val="100000"/>
              </a:lnSpc>
              <a:spcBef>
                <a:spcPts val="280"/>
              </a:spcBef>
              <a:spcAft>
                <a:spcPts val="0"/>
              </a:spcAft>
              <a:buClr>
                <a:schemeClr val="dk1"/>
              </a:buClr>
              <a:buSzPts val="1400"/>
              <a:buNone/>
              <a:defRPr sz="1400"/>
            </a:lvl4pPr>
            <a:lvl5pPr indent="-228600" lvl="4" marL="2286000" algn="l">
              <a:lnSpc>
                <a:spcPct val="100000"/>
              </a:lnSpc>
              <a:spcBef>
                <a:spcPts val="280"/>
              </a:spcBef>
              <a:spcAft>
                <a:spcPts val="0"/>
              </a:spcAft>
              <a:buClr>
                <a:schemeClr val="dk1"/>
              </a:buClr>
              <a:buSzPts val="1400"/>
              <a:buFont typeface="Arial"/>
              <a:buNone/>
              <a:defRPr sz="14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5" name="Google Shape;85;p3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Пользовательский макет">
  <p:cSld name="7_Пользовательский макет">
    <p:bg>
      <p:bgPr>
        <a:solidFill>
          <a:srgbClr val="FFFFFF"/>
        </a:solidFill>
      </p:bgPr>
    </p:bg>
    <p:spTree>
      <p:nvGrpSpPr>
        <p:cNvPr id="86" name="Shape 86"/>
        <p:cNvGrpSpPr/>
        <p:nvPr/>
      </p:nvGrpSpPr>
      <p:grpSpPr>
        <a:xfrm>
          <a:off x="0" y="0"/>
          <a:ext cx="0" cy="0"/>
          <a:chOff x="0" y="0"/>
          <a:chExt cx="0" cy="0"/>
        </a:xfrm>
      </p:grpSpPr>
      <p:sp>
        <p:nvSpPr>
          <p:cNvPr id="87" name="Google Shape;87;p38"/>
          <p:cNvSpPr txBox="1"/>
          <p:nvPr>
            <p:ph type="title"/>
          </p:nvPr>
        </p:nvSpPr>
        <p:spPr>
          <a:xfrm>
            <a:off x="457200" y="306435"/>
            <a:ext cx="6824382" cy="52728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200"/>
              <a:buFont typeface="Golos Text SemiBold"/>
              <a:buNone/>
              <a:defRPr sz="3200">
                <a:solidFill>
                  <a:schemeClr val="lt1"/>
                </a:solidFill>
                <a:latin typeface="Golos Text SemiBold"/>
                <a:ea typeface="Golos Text SemiBold"/>
                <a:cs typeface="Golos Text SemiBold"/>
                <a:sym typeface="Golos Text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38"/>
          <p:cNvSpPr txBox="1"/>
          <p:nvPr>
            <p:ph idx="1" type="body"/>
          </p:nvPr>
        </p:nvSpPr>
        <p:spPr>
          <a:xfrm>
            <a:off x="457199" y="1040162"/>
            <a:ext cx="8389257" cy="373503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Clr>
                <a:schemeClr val="lt1"/>
              </a:buClr>
              <a:buSzPts val="1800"/>
              <a:buFont typeface="Arial"/>
              <a:buNone/>
              <a:defRPr b="0" sz="1800">
                <a:solidFill>
                  <a:schemeClr val="lt1"/>
                </a:solidFill>
              </a:defRPr>
            </a:lvl1pPr>
            <a:lvl2pPr indent="-228600" lvl="1" marL="914400" algn="l">
              <a:lnSpc>
                <a:spcPct val="100000"/>
              </a:lnSpc>
              <a:spcBef>
                <a:spcPts val="480"/>
              </a:spcBef>
              <a:spcAft>
                <a:spcPts val="0"/>
              </a:spcAft>
              <a:buClr>
                <a:schemeClr val="dk1"/>
              </a:buClr>
              <a:buSzPts val="2400"/>
              <a:buFont typeface="Arial"/>
              <a:buNone/>
              <a:defRPr sz="2400"/>
            </a:lvl2pPr>
            <a:lvl3pPr indent="-228600" lvl="2" marL="1371600" algn="l">
              <a:lnSpc>
                <a:spcPct val="100000"/>
              </a:lnSpc>
              <a:spcBef>
                <a:spcPts val="400"/>
              </a:spcBef>
              <a:spcAft>
                <a:spcPts val="0"/>
              </a:spcAft>
              <a:buClr>
                <a:schemeClr val="dk1"/>
              </a:buClr>
              <a:buSzPts val="2000"/>
              <a:buFont typeface="Arial"/>
              <a:buNone/>
              <a:defRPr sz="2000"/>
            </a:lvl3pPr>
            <a:lvl4pPr indent="-228600" lvl="3" marL="1828800" algn="l">
              <a:lnSpc>
                <a:spcPct val="100000"/>
              </a:lnSpc>
              <a:spcBef>
                <a:spcPts val="360"/>
              </a:spcBef>
              <a:spcAft>
                <a:spcPts val="0"/>
              </a:spcAft>
              <a:buClr>
                <a:schemeClr val="dk1"/>
              </a:buClr>
              <a:buSzPts val="1800"/>
              <a:buFont typeface="Arial"/>
              <a:buNone/>
              <a:defRPr sz="1800"/>
            </a:lvl4pPr>
            <a:lvl5pPr indent="-228600" lvl="4" marL="2286000" algn="l">
              <a:lnSpc>
                <a:spcPct val="100000"/>
              </a:lnSpc>
              <a:spcBef>
                <a:spcPts val="360"/>
              </a:spcBef>
              <a:spcAft>
                <a:spcPts val="0"/>
              </a:spcAft>
              <a:buClr>
                <a:schemeClr val="dk1"/>
              </a:buClr>
              <a:buSzPts val="1800"/>
              <a:buFont typeface="Arial"/>
              <a:buNone/>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89" name="Google Shape;89;p3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Пользовательский макет">
  <p:cSld name="1_Пользовательский макет">
    <p:bg>
      <p:bgPr>
        <a:solidFill>
          <a:srgbClr val="FFFFFF"/>
        </a:solidFill>
      </p:bgPr>
    </p:bg>
    <p:spTree>
      <p:nvGrpSpPr>
        <p:cNvPr id="90" name="Shape 90"/>
        <p:cNvGrpSpPr/>
        <p:nvPr/>
      </p:nvGrpSpPr>
      <p:grpSpPr>
        <a:xfrm>
          <a:off x="0" y="0"/>
          <a:ext cx="0" cy="0"/>
          <a:chOff x="0" y="0"/>
          <a:chExt cx="0" cy="0"/>
        </a:xfrm>
      </p:grpSpPr>
      <p:sp>
        <p:nvSpPr>
          <p:cNvPr id="91" name="Google Shape;91;p39"/>
          <p:cNvSpPr txBox="1"/>
          <p:nvPr>
            <p:ph idx="1" type="body"/>
          </p:nvPr>
        </p:nvSpPr>
        <p:spPr>
          <a:xfrm>
            <a:off x="507999" y="1792286"/>
            <a:ext cx="3635830" cy="157367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40"/>
              </a:spcBef>
              <a:spcAft>
                <a:spcPts val="0"/>
              </a:spcAft>
              <a:buClr>
                <a:schemeClr val="dk1"/>
              </a:buClr>
              <a:buSzPts val="1200"/>
              <a:buNone/>
              <a:defRPr sz="1200"/>
            </a:lvl1pPr>
            <a:lvl2pPr indent="-228600" lvl="1" marL="914400" algn="l">
              <a:lnSpc>
                <a:spcPct val="100000"/>
              </a:lnSpc>
              <a:spcBef>
                <a:spcPts val="400"/>
              </a:spcBef>
              <a:spcAft>
                <a:spcPts val="0"/>
              </a:spcAft>
              <a:buClr>
                <a:schemeClr val="dk1"/>
              </a:buClr>
              <a:buSzPts val="2000"/>
              <a:buNone/>
              <a:defRPr/>
            </a:lvl2pPr>
            <a:lvl3pPr indent="-228600" lvl="2" marL="1371600" algn="l">
              <a:lnSpc>
                <a:spcPct val="100000"/>
              </a:lnSpc>
              <a:spcBef>
                <a:spcPts val="320"/>
              </a:spcBef>
              <a:spcAft>
                <a:spcPts val="0"/>
              </a:spcAft>
              <a:buClr>
                <a:schemeClr val="dk1"/>
              </a:buClr>
              <a:buSzPts val="1600"/>
              <a:buNone/>
              <a:defRPr/>
            </a:lvl3pPr>
            <a:lvl4pPr indent="-228600" lvl="3" marL="1828800" algn="l">
              <a:lnSpc>
                <a:spcPct val="100000"/>
              </a:lnSpc>
              <a:spcBef>
                <a:spcPts val="320"/>
              </a:spcBef>
              <a:spcAft>
                <a:spcPts val="0"/>
              </a:spcAft>
              <a:buClr>
                <a:schemeClr val="dk1"/>
              </a:buClr>
              <a:buSzPts val="1600"/>
              <a:buNone/>
              <a:defRPr/>
            </a:lvl4pPr>
            <a:lvl5pPr indent="-228600" lvl="4" marL="2286000" algn="l">
              <a:lnSpc>
                <a:spcPct val="100000"/>
              </a:lnSpc>
              <a:spcBef>
                <a:spcPts val="320"/>
              </a:spcBef>
              <a:spcAft>
                <a:spcPts val="0"/>
              </a:spcAft>
              <a:buClr>
                <a:schemeClr val="dk1"/>
              </a:buClr>
              <a:buSzPts val="1600"/>
              <a:buFont typeface="Arial"/>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92" name="Google Shape;92;p39"/>
          <p:cNvSpPr txBox="1"/>
          <p:nvPr>
            <p:ph idx="2" type="body"/>
          </p:nvPr>
        </p:nvSpPr>
        <p:spPr>
          <a:xfrm>
            <a:off x="507999" y="1182459"/>
            <a:ext cx="2960913" cy="59508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20"/>
              </a:spcBef>
              <a:spcAft>
                <a:spcPts val="0"/>
              </a:spcAft>
              <a:buClr>
                <a:schemeClr val="dk1"/>
              </a:buClr>
              <a:buSzPts val="1600"/>
              <a:buNone/>
              <a:defRPr sz="1600" u="sng">
                <a:latin typeface="Golos Text SemiBold"/>
                <a:ea typeface="Golos Text SemiBold"/>
                <a:cs typeface="Golos Text SemiBold"/>
                <a:sym typeface="Golos Text SemiBold"/>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228600" lvl="4" marL="2286000" algn="l">
              <a:lnSpc>
                <a:spcPct val="100000"/>
              </a:lnSpc>
              <a:spcBef>
                <a:spcPts val="360"/>
              </a:spcBef>
              <a:spcAft>
                <a:spcPts val="0"/>
              </a:spcAft>
              <a:buClr>
                <a:schemeClr val="dk1"/>
              </a:buClr>
              <a:buSzPts val="1800"/>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93" name="Google Shape;93;p39"/>
          <p:cNvSpPr txBox="1"/>
          <p:nvPr>
            <p:ph idx="3" type="body"/>
          </p:nvPr>
        </p:nvSpPr>
        <p:spPr>
          <a:xfrm>
            <a:off x="5000171" y="3011486"/>
            <a:ext cx="3635830" cy="157367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40"/>
              </a:spcBef>
              <a:spcAft>
                <a:spcPts val="0"/>
              </a:spcAft>
              <a:buClr>
                <a:schemeClr val="dk1"/>
              </a:buClr>
              <a:buSzPts val="1200"/>
              <a:buNone/>
              <a:defRPr sz="1200"/>
            </a:lvl1pPr>
            <a:lvl2pPr indent="-228600" lvl="1" marL="914400" algn="l">
              <a:lnSpc>
                <a:spcPct val="100000"/>
              </a:lnSpc>
              <a:spcBef>
                <a:spcPts val="400"/>
              </a:spcBef>
              <a:spcAft>
                <a:spcPts val="0"/>
              </a:spcAft>
              <a:buClr>
                <a:schemeClr val="dk1"/>
              </a:buClr>
              <a:buSzPts val="2000"/>
              <a:buNone/>
              <a:defRPr/>
            </a:lvl2pPr>
            <a:lvl3pPr indent="-228600" lvl="2" marL="1371600" algn="l">
              <a:lnSpc>
                <a:spcPct val="100000"/>
              </a:lnSpc>
              <a:spcBef>
                <a:spcPts val="320"/>
              </a:spcBef>
              <a:spcAft>
                <a:spcPts val="0"/>
              </a:spcAft>
              <a:buClr>
                <a:schemeClr val="dk1"/>
              </a:buClr>
              <a:buSzPts val="1600"/>
              <a:buNone/>
              <a:defRPr/>
            </a:lvl3pPr>
            <a:lvl4pPr indent="-228600" lvl="3" marL="1828800" algn="l">
              <a:lnSpc>
                <a:spcPct val="100000"/>
              </a:lnSpc>
              <a:spcBef>
                <a:spcPts val="320"/>
              </a:spcBef>
              <a:spcAft>
                <a:spcPts val="0"/>
              </a:spcAft>
              <a:buClr>
                <a:schemeClr val="dk1"/>
              </a:buClr>
              <a:buSzPts val="1600"/>
              <a:buNone/>
              <a:defRPr/>
            </a:lvl4pPr>
            <a:lvl5pPr indent="-228600" lvl="4" marL="2286000" algn="l">
              <a:lnSpc>
                <a:spcPct val="100000"/>
              </a:lnSpc>
              <a:spcBef>
                <a:spcPts val="320"/>
              </a:spcBef>
              <a:spcAft>
                <a:spcPts val="0"/>
              </a:spcAft>
              <a:buClr>
                <a:schemeClr val="dk1"/>
              </a:buClr>
              <a:buSzPts val="1600"/>
              <a:buFont typeface="Arial"/>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94" name="Google Shape;94;p39"/>
          <p:cNvSpPr txBox="1"/>
          <p:nvPr>
            <p:ph idx="4" type="body"/>
          </p:nvPr>
        </p:nvSpPr>
        <p:spPr>
          <a:xfrm>
            <a:off x="5000171" y="2401659"/>
            <a:ext cx="2960913" cy="59508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20"/>
              </a:spcBef>
              <a:spcAft>
                <a:spcPts val="0"/>
              </a:spcAft>
              <a:buClr>
                <a:schemeClr val="dk1"/>
              </a:buClr>
              <a:buSzPts val="1600"/>
              <a:buNone/>
              <a:defRPr sz="1600" u="sng">
                <a:latin typeface="Golos Text SemiBold"/>
                <a:ea typeface="Golos Text SemiBold"/>
                <a:cs typeface="Golos Text SemiBold"/>
                <a:sym typeface="Golos Text SemiBold"/>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228600" lvl="4" marL="2286000" algn="l">
              <a:lnSpc>
                <a:spcPct val="100000"/>
              </a:lnSpc>
              <a:spcBef>
                <a:spcPts val="360"/>
              </a:spcBef>
              <a:spcAft>
                <a:spcPts val="0"/>
              </a:spcAft>
              <a:buClr>
                <a:schemeClr val="dk1"/>
              </a:buClr>
              <a:buSzPts val="1800"/>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95" name="Google Shape;95;p39"/>
          <p:cNvSpPr txBox="1"/>
          <p:nvPr>
            <p:ph type="title"/>
          </p:nvPr>
        </p:nvSpPr>
        <p:spPr>
          <a:xfrm>
            <a:off x="457200" y="306435"/>
            <a:ext cx="6824382" cy="52728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200"/>
              <a:buFont typeface="Golos Text SemiBold"/>
              <a:buNone/>
              <a:defRPr sz="3200">
                <a:solidFill>
                  <a:schemeClr val="lt1"/>
                </a:solidFill>
                <a:latin typeface="Golos Text SemiBold"/>
                <a:ea typeface="Golos Text SemiBold"/>
                <a:cs typeface="Golos Text SemiBold"/>
                <a:sym typeface="Golos Text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3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Пользовательский макет">
  <p:cSld name="4_Пользовательский макет">
    <p:bg>
      <p:bgPr>
        <a:solidFill>
          <a:srgbClr val="FFFFFF"/>
        </a:solidFill>
      </p:bgPr>
    </p:bg>
    <p:spTree>
      <p:nvGrpSpPr>
        <p:cNvPr id="97" name="Shape 97"/>
        <p:cNvGrpSpPr/>
        <p:nvPr/>
      </p:nvGrpSpPr>
      <p:grpSpPr>
        <a:xfrm>
          <a:off x="0" y="0"/>
          <a:ext cx="0" cy="0"/>
          <a:chOff x="0" y="0"/>
          <a:chExt cx="0" cy="0"/>
        </a:xfrm>
      </p:grpSpPr>
      <p:sp>
        <p:nvSpPr>
          <p:cNvPr id="98" name="Google Shape;98;p40"/>
          <p:cNvSpPr txBox="1"/>
          <p:nvPr>
            <p:ph type="title"/>
          </p:nvPr>
        </p:nvSpPr>
        <p:spPr>
          <a:xfrm>
            <a:off x="457200" y="306435"/>
            <a:ext cx="6824382" cy="52728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200"/>
              <a:buFont typeface="Golos Text SemiBold"/>
              <a:buNone/>
              <a:defRPr sz="3200">
                <a:solidFill>
                  <a:schemeClr val="lt1"/>
                </a:solidFill>
                <a:latin typeface="Golos Text SemiBold"/>
                <a:ea typeface="Golos Text SemiBold"/>
                <a:cs typeface="Golos Text SemiBold"/>
                <a:sym typeface="Golos Text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40"/>
          <p:cNvSpPr/>
          <p:nvPr>
            <p:ph idx="2" type="pic"/>
          </p:nvPr>
        </p:nvSpPr>
        <p:spPr>
          <a:xfrm>
            <a:off x="457200" y="936852"/>
            <a:ext cx="4608513" cy="3842155"/>
          </a:xfrm>
          <a:prstGeom prst="roundRect">
            <a:avLst>
              <a:gd fmla="val 8957" name="adj"/>
            </a:avLst>
          </a:prstGeom>
          <a:noFill/>
          <a:ln>
            <a:noFill/>
          </a:ln>
        </p:spPr>
      </p:sp>
      <p:sp>
        <p:nvSpPr>
          <p:cNvPr id="100" name="Google Shape;100;p40"/>
          <p:cNvSpPr txBox="1"/>
          <p:nvPr>
            <p:ph idx="1" type="body"/>
          </p:nvPr>
        </p:nvSpPr>
        <p:spPr>
          <a:xfrm>
            <a:off x="5508171" y="1153886"/>
            <a:ext cx="2532743" cy="342537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80"/>
              </a:spcBef>
              <a:spcAft>
                <a:spcPts val="0"/>
              </a:spcAft>
              <a:buClr>
                <a:schemeClr val="dk1"/>
              </a:buClr>
              <a:buSzPts val="1400"/>
              <a:buNone/>
              <a:defRPr sz="1400"/>
            </a:lvl2pPr>
            <a:lvl3pPr indent="-228600" lvl="2" marL="1371600" algn="l">
              <a:lnSpc>
                <a:spcPct val="100000"/>
              </a:lnSpc>
              <a:spcBef>
                <a:spcPts val="280"/>
              </a:spcBef>
              <a:spcAft>
                <a:spcPts val="0"/>
              </a:spcAft>
              <a:buClr>
                <a:schemeClr val="dk1"/>
              </a:buClr>
              <a:buSzPts val="1400"/>
              <a:buNone/>
              <a:defRPr sz="1400"/>
            </a:lvl3pPr>
            <a:lvl4pPr indent="-228600" lvl="3" marL="1828800" algn="l">
              <a:lnSpc>
                <a:spcPct val="100000"/>
              </a:lnSpc>
              <a:spcBef>
                <a:spcPts val="280"/>
              </a:spcBef>
              <a:spcAft>
                <a:spcPts val="0"/>
              </a:spcAft>
              <a:buClr>
                <a:schemeClr val="dk1"/>
              </a:buClr>
              <a:buSzPts val="1400"/>
              <a:buNone/>
              <a:defRPr sz="1400"/>
            </a:lvl4pPr>
            <a:lvl5pPr indent="-228600" lvl="4" marL="2286000" algn="l">
              <a:lnSpc>
                <a:spcPct val="100000"/>
              </a:lnSpc>
              <a:spcBef>
                <a:spcPts val="280"/>
              </a:spcBef>
              <a:spcAft>
                <a:spcPts val="0"/>
              </a:spcAft>
              <a:buClr>
                <a:schemeClr val="dk1"/>
              </a:buClr>
              <a:buSzPts val="1400"/>
              <a:buFont typeface="Arial"/>
              <a:buNone/>
              <a:defRPr sz="14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1" name="Google Shape;101;p4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Пользовательский макет">
  <p:cSld name="8_Пользовательский макет">
    <p:bg>
      <p:bgPr>
        <a:solidFill>
          <a:srgbClr val="FFFFFF"/>
        </a:solidFill>
      </p:bgPr>
    </p:bg>
    <p:spTree>
      <p:nvGrpSpPr>
        <p:cNvPr id="102" name="Shape 102"/>
        <p:cNvGrpSpPr/>
        <p:nvPr/>
      </p:nvGrpSpPr>
      <p:grpSpPr>
        <a:xfrm>
          <a:off x="0" y="0"/>
          <a:ext cx="0" cy="0"/>
          <a:chOff x="0" y="0"/>
          <a:chExt cx="0" cy="0"/>
        </a:xfrm>
      </p:grpSpPr>
      <p:sp>
        <p:nvSpPr>
          <p:cNvPr id="103" name="Google Shape;103;p41"/>
          <p:cNvSpPr txBox="1"/>
          <p:nvPr>
            <p:ph type="title"/>
          </p:nvPr>
        </p:nvSpPr>
        <p:spPr>
          <a:xfrm>
            <a:off x="457200" y="306435"/>
            <a:ext cx="6824382" cy="52728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200"/>
              <a:buFont typeface="Golos Text SemiBold"/>
              <a:buNone/>
              <a:defRPr sz="3200">
                <a:solidFill>
                  <a:schemeClr val="lt1"/>
                </a:solidFill>
                <a:latin typeface="Golos Text SemiBold"/>
                <a:ea typeface="Golos Text SemiBold"/>
                <a:cs typeface="Golos Text SemiBold"/>
                <a:sym typeface="Golos Text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41"/>
          <p:cNvSpPr txBox="1"/>
          <p:nvPr>
            <p:ph idx="1" type="body"/>
          </p:nvPr>
        </p:nvSpPr>
        <p:spPr>
          <a:xfrm>
            <a:off x="457199" y="1040162"/>
            <a:ext cx="8389257" cy="373503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Clr>
                <a:schemeClr val="lt1"/>
              </a:buClr>
              <a:buSzPts val="1800"/>
              <a:buFont typeface="Arial"/>
              <a:buNone/>
              <a:defRPr b="0" sz="1800">
                <a:solidFill>
                  <a:schemeClr val="lt1"/>
                </a:solidFill>
              </a:defRPr>
            </a:lvl1pPr>
            <a:lvl2pPr indent="-228600" lvl="1" marL="914400" algn="l">
              <a:lnSpc>
                <a:spcPct val="100000"/>
              </a:lnSpc>
              <a:spcBef>
                <a:spcPts val="480"/>
              </a:spcBef>
              <a:spcAft>
                <a:spcPts val="0"/>
              </a:spcAft>
              <a:buClr>
                <a:schemeClr val="dk1"/>
              </a:buClr>
              <a:buSzPts val="2400"/>
              <a:buFont typeface="Arial"/>
              <a:buNone/>
              <a:defRPr sz="2400"/>
            </a:lvl2pPr>
            <a:lvl3pPr indent="-228600" lvl="2" marL="1371600" algn="l">
              <a:lnSpc>
                <a:spcPct val="100000"/>
              </a:lnSpc>
              <a:spcBef>
                <a:spcPts val="400"/>
              </a:spcBef>
              <a:spcAft>
                <a:spcPts val="0"/>
              </a:spcAft>
              <a:buClr>
                <a:schemeClr val="dk1"/>
              </a:buClr>
              <a:buSzPts val="2000"/>
              <a:buFont typeface="Arial"/>
              <a:buNone/>
              <a:defRPr sz="2000"/>
            </a:lvl3pPr>
            <a:lvl4pPr indent="-228600" lvl="3" marL="1828800" algn="l">
              <a:lnSpc>
                <a:spcPct val="100000"/>
              </a:lnSpc>
              <a:spcBef>
                <a:spcPts val="360"/>
              </a:spcBef>
              <a:spcAft>
                <a:spcPts val="0"/>
              </a:spcAft>
              <a:buClr>
                <a:schemeClr val="dk1"/>
              </a:buClr>
              <a:buSzPts val="1800"/>
              <a:buFont typeface="Arial"/>
              <a:buNone/>
              <a:defRPr sz="1800"/>
            </a:lvl4pPr>
            <a:lvl5pPr indent="-228600" lvl="4" marL="2286000" algn="l">
              <a:lnSpc>
                <a:spcPct val="100000"/>
              </a:lnSpc>
              <a:spcBef>
                <a:spcPts val="360"/>
              </a:spcBef>
              <a:spcAft>
                <a:spcPts val="0"/>
              </a:spcAft>
              <a:buClr>
                <a:schemeClr val="dk1"/>
              </a:buClr>
              <a:buSzPts val="1800"/>
              <a:buFont typeface="Arial"/>
              <a:buNone/>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05" name="Google Shape;105;p4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Пользовательский макет">
  <p:cSld name="2_Пользовательский макет">
    <p:bg>
      <p:bgPr>
        <a:solidFill>
          <a:srgbClr val="FFFFFF"/>
        </a:solidFill>
      </p:bgPr>
    </p:bg>
    <p:spTree>
      <p:nvGrpSpPr>
        <p:cNvPr id="106" name="Shape 106"/>
        <p:cNvGrpSpPr/>
        <p:nvPr/>
      </p:nvGrpSpPr>
      <p:grpSpPr>
        <a:xfrm>
          <a:off x="0" y="0"/>
          <a:ext cx="0" cy="0"/>
          <a:chOff x="0" y="0"/>
          <a:chExt cx="0" cy="0"/>
        </a:xfrm>
      </p:grpSpPr>
      <p:sp>
        <p:nvSpPr>
          <p:cNvPr id="107" name="Google Shape;107;p42"/>
          <p:cNvSpPr txBox="1"/>
          <p:nvPr>
            <p:ph type="title"/>
          </p:nvPr>
        </p:nvSpPr>
        <p:spPr>
          <a:xfrm>
            <a:off x="457200" y="306435"/>
            <a:ext cx="6824382" cy="52728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200"/>
              <a:buFont typeface="Golos Text SemiBold"/>
              <a:buNone/>
              <a:defRPr sz="3200">
                <a:solidFill>
                  <a:schemeClr val="lt1"/>
                </a:solidFill>
                <a:latin typeface="Golos Text SemiBold"/>
                <a:ea typeface="Golos Text SemiBold"/>
                <a:cs typeface="Golos Text SemiBold"/>
                <a:sym typeface="Golos Text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42"/>
          <p:cNvSpPr txBox="1"/>
          <p:nvPr>
            <p:ph idx="1" type="body"/>
          </p:nvPr>
        </p:nvSpPr>
        <p:spPr>
          <a:xfrm>
            <a:off x="507999" y="1792286"/>
            <a:ext cx="3635830" cy="157367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40"/>
              </a:spcBef>
              <a:spcAft>
                <a:spcPts val="0"/>
              </a:spcAft>
              <a:buClr>
                <a:schemeClr val="dk1"/>
              </a:buClr>
              <a:buSzPts val="1200"/>
              <a:buNone/>
              <a:defRPr sz="1200"/>
            </a:lvl1pPr>
            <a:lvl2pPr indent="-228600" lvl="1" marL="914400" algn="l">
              <a:lnSpc>
                <a:spcPct val="100000"/>
              </a:lnSpc>
              <a:spcBef>
                <a:spcPts val="400"/>
              </a:spcBef>
              <a:spcAft>
                <a:spcPts val="0"/>
              </a:spcAft>
              <a:buClr>
                <a:schemeClr val="dk1"/>
              </a:buClr>
              <a:buSzPts val="2000"/>
              <a:buNone/>
              <a:defRPr/>
            </a:lvl2pPr>
            <a:lvl3pPr indent="-228600" lvl="2" marL="1371600" algn="l">
              <a:lnSpc>
                <a:spcPct val="100000"/>
              </a:lnSpc>
              <a:spcBef>
                <a:spcPts val="320"/>
              </a:spcBef>
              <a:spcAft>
                <a:spcPts val="0"/>
              </a:spcAft>
              <a:buClr>
                <a:schemeClr val="dk1"/>
              </a:buClr>
              <a:buSzPts val="1600"/>
              <a:buNone/>
              <a:defRPr/>
            </a:lvl3pPr>
            <a:lvl4pPr indent="-228600" lvl="3" marL="1828800" algn="l">
              <a:lnSpc>
                <a:spcPct val="100000"/>
              </a:lnSpc>
              <a:spcBef>
                <a:spcPts val="320"/>
              </a:spcBef>
              <a:spcAft>
                <a:spcPts val="0"/>
              </a:spcAft>
              <a:buClr>
                <a:schemeClr val="dk1"/>
              </a:buClr>
              <a:buSzPts val="1600"/>
              <a:buNone/>
              <a:defRPr/>
            </a:lvl4pPr>
            <a:lvl5pPr indent="-228600" lvl="4" marL="2286000" algn="l">
              <a:lnSpc>
                <a:spcPct val="100000"/>
              </a:lnSpc>
              <a:spcBef>
                <a:spcPts val="320"/>
              </a:spcBef>
              <a:spcAft>
                <a:spcPts val="0"/>
              </a:spcAft>
              <a:buClr>
                <a:schemeClr val="dk1"/>
              </a:buClr>
              <a:buSzPts val="1600"/>
              <a:buFont typeface="Arial"/>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9" name="Google Shape;109;p42"/>
          <p:cNvSpPr txBox="1"/>
          <p:nvPr>
            <p:ph idx="2" type="body"/>
          </p:nvPr>
        </p:nvSpPr>
        <p:spPr>
          <a:xfrm>
            <a:off x="507999" y="1182459"/>
            <a:ext cx="2960913" cy="59508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20"/>
              </a:spcBef>
              <a:spcAft>
                <a:spcPts val="0"/>
              </a:spcAft>
              <a:buClr>
                <a:schemeClr val="dk1"/>
              </a:buClr>
              <a:buSzPts val="1600"/>
              <a:buNone/>
              <a:defRPr sz="1600" u="sng">
                <a:latin typeface="Golos Text SemiBold"/>
                <a:ea typeface="Golos Text SemiBold"/>
                <a:cs typeface="Golos Text SemiBold"/>
                <a:sym typeface="Golos Text SemiBold"/>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228600" lvl="4" marL="2286000" algn="l">
              <a:lnSpc>
                <a:spcPct val="100000"/>
              </a:lnSpc>
              <a:spcBef>
                <a:spcPts val="360"/>
              </a:spcBef>
              <a:spcAft>
                <a:spcPts val="0"/>
              </a:spcAft>
              <a:buClr>
                <a:schemeClr val="dk1"/>
              </a:buClr>
              <a:buSzPts val="1800"/>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0" name="Google Shape;110;p42"/>
          <p:cNvSpPr txBox="1"/>
          <p:nvPr>
            <p:ph idx="3" type="body"/>
          </p:nvPr>
        </p:nvSpPr>
        <p:spPr>
          <a:xfrm>
            <a:off x="5000171" y="3011486"/>
            <a:ext cx="3635830" cy="157367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40"/>
              </a:spcBef>
              <a:spcAft>
                <a:spcPts val="0"/>
              </a:spcAft>
              <a:buClr>
                <a:schemeClr val="dk1"/>
              </a:buClr>
              <a:buSzPts val="1200"/>
              <a:buNone/>
              <a:defRPr sz="1200"/>
            </a:lvl1pPr>
            <a:lvl2pPr indent="-228600" lvl="1" marL="914400" algn="l">
              <a:lnSpc>
                <a:spcPct val="100000"/>
              </a:lnSpc>
              <a:spcBef>
                <a:spcPts val="400"/>
              </a:spcBef>
              <a:spcAft>
                <a:spcPts val="0"/>
              </a:spcAft>
              <a:buClr>
                <a:schemeClr val="dk1"/>
              </a:buClr>
              <a:buSzPts val="2000"/>
              <a:buNone/>
              <a:defRPr/>
            </a:lvl2pPr>
            <a:lvl3pPr indent="-228600" lvl="2" marL="1371600" algn="l">
              <a:lnSpc>
                <a:spcPct val="100000"/>
              </a:lnSpc>
              <a:spcBef>
                <a:spcPts val="320"/>
              </a:spcBef>
              <a:spcAft>
                <a:spcPts val="0"/>
              </a:spcAft>
              <a:buClr>
                <a:schemeClr val="dk1"/>
              </a:buClr>
              <a:buSzPts val="1600"/>
              <a:buNone/>
              <a:defRPr/>
            </a:lvl3pPr>
            <a:lvl4pPr indent="-228600" lvl="3" marL="1828800" algn="l">
              <a:lnSpc>
                <a:spcPct val="100000"/>
              </a:lnSpc>
              <a:spcBef>
                <a:spcPts val="320"/>
              </a:spcBef>
              <a:spcAft>
                <a:spcPts val="0"/>
              </a:spcAft>
              <a:buClr>
                <a:schemeClr val="dk1"/>
              </a:buClr>
              <a:buSzPts val="1600"/>
              <a:buNone/>
              <a:defRPr/>
            </a:lvl4pPr>
            <a:lvl5pPr indent="-228600" lvl="4" marL="2286000" algn="l">
              <a:lnSpc>
                <a:spcPct val="100000"/>
              </a:lnSpc>
              <a:spcBef>
                <a:spcPts val="320"/>
              </a:spcBef>
              <a:spcAft>
                <a:spcPts val="0"/>
              </a:spcAft>
              <a:buClr>
                <a:schemeClr val="dk1"/>
              </a:buClr>
              <a:buSzPts val="1600"/>
              <a:buFont typeface="Arial"/>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1" name="Google Shape;111;p42"/>
          <p:cNvSpPr txBox="1"/>
          <p:nvPr>
            <p:ph idx="4" type="body"/>
          </p:nvPr>
        </p:nvSpPr>
        <p:spPr>
          <a:xfrm>
            <a:off x="5000171" y="2401659"/>
            <a:ext cx="2960913" cy="59508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20"/>
              </a:spcBef>
              <a:spcAft>
                <a:spcPts val="0"/>
              </a:spcAft>
              <a:buClr>
                <a:schemeClr val="dk1"/>
              </a:buClr>
              <a:buSzPts val="1600"/>
              <a:buNone/>
              <a:defRPr sz="1600" u="sng">
                <a:latin typeface="Golos Text SemiBold"/>
                <a:ea typeface="Golos Text SemiBold"/>
                <a:cs typeface="Golos Text SemiBold"/>
                <a:sym typeface="Golos Text SemiBold"/>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228600" lvl="4" marL="2286000" algn="l">
              <a:lnSpc>
                <a:spcPct val="100000"/>
              </a:lnSpc>
              <a:spcBef>
                <a:spcPts val="360"/>
              </a:spcBef>
              <a:spcAft>
                <a:spcPts val="0"/>
              </a:spcAft>
              <a:buClr>
                <a:schemeClr val="dk1"/>
              </a:buClr>
              <a:buSzPts val="1800"/>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2" name="Google Shape;112;p4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Пользовательский макет">
  <p:cSld name="5_Пользовательский макет">
    <p:bg>
      <p:bgPr>
        <a:solidFill>
          <a:srgbClr val="FFFFFF"/>
        </a:solidFill>
      </p:bgPr>
    </p:bg>
    <p:spTree>
      <p:nvGrpSpPr>
        <p:cNvPr id="113" name="Shape 113"/>
        <p:cNvGrpSpPr/>
        <p:nvPr/>
      </p:nvGrpSpPr>
      <p:grpSpPr>
        <a:xfrm>
          <a:off x="0" y="0"/>
          <a:ext cx="0" cy="0"/>
          <a:chOff x="0" y="0"/>
          <a:chExt cx="0" cy="0"/>
        </a:xfrm>
      </p:grpSpPr>
      <p:sp>
        <p:nvSpPr>
          <p:cNvPr id="114" name="Google Shape;114;p43"/>
          <p:cNvSpPr/>
          <p:nvPr>
            <p:ph idx="2" type="pic"/>
          </p:nvPr>
        </p:nvSpPr>
        <p:spPr>
          <a:xfrm>
            <a:off x="457200" y="936852"/>
            <a:ext cx="4608513" cy="3842155"/>
          </a:xfrm>
          <a:prstGeom prst="roundRect">
            <a:avLst>
              <a:gd fmla="val 7617" name="adj"/>
            </a:avLst>
          </a:prstGeom>
          <a:noFill/>
          <a:ln>
            <a:noFill/>
          </a:ln>
        </p:spPr>
      </p:sp>
      <p:sp>
        <p:nvSpPr>
          <p:cNvPr id="115" name="Google Shape;115;p43"/>
          <p:cNvSpPr txBox="1"/>
          <p:nvPr>
            <p:ph type="title"/>
          </p:nvPr>
        </p:nvSpPr>
        <p:spPr>
          <a:xfrm>
            <a:off x="457200" y="306435"/>
            <a:ext cx="6824382" cy="52728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200"/>
              <a:buFont typeface="Golos Text SemiBold"/>
              <a:buNone/>
              <a:defRPr sz="3200">
                <a:solidFill>
                  <a:schemeClr val="lt1"/>
                </a:solidFill>
                <a:latin typeface="Golos Text SemiBold"/>
                <a:ea typeface="Golos Text SemiBold"/>
                <a:cs typeface="Golos Text SemiBold"/>
                <a:sym typeface="Golos Text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43"/>
          <p:cNvSpPr txBox="1"/>
          <p:nvPr>
            <p:ph idx="1" type="body"/>
          </p:nvPr>
        </p:nvSpPr>
        <p:spPr>
          <a:xfrm>
            <a:off x="5508171" y="1153886"/>
            <a:ext cx="2532743" cy="342537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80"/>
              </a:spcBef>
              <a:spcAft>
                <a:spcPts val="0"/>
              </a:spcAft>
              <a:buClr>
                <a:schemeClr val="dk1"/>
              </a:buClr>
              <a:buSzPts val="1400"/>
              <a:buNone/>
              <a:defRPr sz="1400"/>
            </a:lvl2pPr>
            <a:lvl3pPr indent="-228600" lvl="2" marL="1371600" algn="l">
              <a:lnSpc>
                <a:spcPct val="100000"/>
              </a:lnSpc>
              <a:spcBef>
                <a:spcPts val="280"/>
              </a:spcBef>
              <a:spcAft>
                <a:spcPts val="0"/>
              </a:spcAft>
              <a:buClr>
                <a:schemeClr val="dk1"/>
              </a:buClr>
              <a:buSzPts val="1400"/>
              <a:buNone/>
              <a:defRPr sz="1400"/>
            </a:lvl3pPr>
            <a:lvl4pPr indent="-228600" lvl="3" marL="1828800" algn="l">
              <a:lnSpc>
                <a:spcPct val="100000"/>
              </a:lnSpc>
              <a:spcBef>
                <a:spcPts val="280"/>
              </a:spcBef>
              <a:spcAft>
                <a:spcPts val="0"/>
              </a:spcAft>
              <a:buClr>
                <a:schemeClr val="dk1"/>
              </a:buClr>
              <a:buSzPts val="1400"/>
              <a:buNone/>
              <a:defRPr sz="1400"/>
            </a:lvl4pPr>
            <a:lvl5pPr indent="-228600" lvl="4" marL="2286000" algn="l">
              <a:lnSpc>
                <a:spcPct val="100000"/>
              </a:lnSpc>
              <a:spcBef>
                <a:spcPts val="280"/>
              </a:spcBef>
              <a:spcAft>
                <a:spcPts val="0"/>
              </a:spcAft>
              <a:buClr>
                <a:schemeClr val="dk1"/>
              </a:buClr>
              <a:buSzPts val="1400"/>
              <a:buFont typeface="Arial"/>
              <a:buNone/>
              <a:defRPr sz="14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7" name="Google Shape;117;p4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ustom Layout">
  <p:cSld name="6_Custom Layout">
    <p:bg>
      <p:bgPr>
        <a:blipFill>
          <a:blip r:embed="rId2">
            <a:alphaModFix/>
          </a:blip>
          <a:stretch>
            <a:fillRect/>
          </a:stretch>
        </a:blipFill>
      </p:bgPr>
    </p:bg>
    <p:spTree>
      <p:nvGrpSpPr>
        <p:cNvPr id="118" name="Shape 118"/>
        <p:cNvGrpSpPr/>
        <p:nvPr/>
      </p:nvGrpSpPr>
      <p:grpSpPr>
        <a:xfrm>
          <a:off x="0" y="0"/>
          <a:ext cx="0" cy="0"/>
          <a:chOff x="0" y="0"/>
          <a:chExt cx="0" cy="0"/>
        </a:xfrm>
      </p:grpSpPr>
      <p:sp>
        <p:nvSpPr>
          <p:cNvPr id="119" name="Google Shape;119;p44"/>
          <p:cNvSpPr txBox="1"/>
          <p:nvPr>
            <p:ph type="title"/>
          </p:nvPr>
        </p:nvSpPr>
        <p:spPr>
          <a:xfrm>
            <a:off x="457200" y="306435"/>
            <a:ext cx="6291943" cy="52728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1"/>
              </a:buClr>
              <a:buSzPts val="3200"/>
              <a:buFont typeface="Golos Text SemiBold"/>
              <a:buNone/>
              <a:defRPr sz="3200">
                <a:latin typeface="Golos Text SemiBold"/>
                <a:ea typeface="Golos Text SemiBold"/>
                <a:cs typeface="Golos Text SemiBold"/>
                <a:sym typeface="Golos Text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 name="Google Shape;120;p44"/>
          <p:cNvSpPr txBox="1"/>
          <p:nvPr>
            <p:ph idx="1" type="body"/>
          </p:nvPr>
        </p:nvSpPr>
        <p:spPr>
          <a:xfrm>
            <a:off x="3102428" y="943208"/>
            <a:ext cx="5526315" cy="387553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80"/>
              </a:spcBef>
              <a:spcAft>
                <a:spcPts val="0"/>
              </a:spcAft>
              <a:buClr>
                <a:schemeClr val="dk1"/>
              </a:buClr>
              <a:buSzPts val="1400"/>
              <a:buNone/>
              <a:defRPr sz="1400"/>
            </a:lvl2pPr>
            <a:lvl3pPr indent="-228600" lvl="2" marL="1371600" algn="l">
              <a:lnSpc>
                <a:spcPct val="100000"/>
              </a:lnSpc>
              <a:spcBef>
                <a:spcPts val="280"/>
              </a:spcBef>
              <a:spcAft>
                <a:spcPts val="0"/>
              </a:spcAft>
              <a:buClr>
                <a:schemeClr val="dk1"/>
              </a:buClr>
              <a:buSzPts val="1400"/>
              <a:buNone/>
              <a:defRPr sz="1400"/>
            </a:lvl3pPr>
            <a:lvl4pPr indent="-228600" lvl="3" marL="1828800" algn="l">
              <a:lnSpc>
                <a:spcPct val="100000"/>
              </a:lnSpc>
              <a:spcBef>
                <a:spcPts val="280"/>
              </a:spcBef>
              <a:spcAft>
                <a:spcPts val="0"/>
              </a:spcAft>
              <a:buClr>
                <a:schemeClr val="dk1"/>
              </a:buClr>
              <a:buSzPts val="1400"/>
              <a:buNone/>
              <a:defRPr sz="1400"/>
            </a:lvl4pPr>
            <a:lvl5pPr indent="-228600" lvl="4" marL="2286000" algn="l">
              <a:lnSpc>
                <a:spcPct val="100000"/>
              </a:lnSpc>
              <a:spcBef>
                <a:spcPts val="280"/>
              </a:spcBef>
              <a:spcAft>
                <a:spcPts val="0"/>
              </a:spcAft>
              <a:buClr>
                <a:schemeClr val="dk1"/>
              </a:buClr>
              <a:buSzPts val="1400"/>
              <a:buFont typeface="Arial"/>
              <a:buNone/>
              <a:defRPr sz="14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1" name="Google Shape;121;p44"/>
          <p:cNvSpPr/>
          <p:nvPr>
            <p:ph idx="2" type="pic"/>
          </p:nvPr>
        </p:nvSpPr>
        <p:spPr>
          <a:xfrm>
            <a:off x="457200" y="943208"/>
            <a:ext cx="2532744" cy="1883023"/>
          </a:xfrm>
          <a:prstGeom prst="roundRect">
            <a:avLst>
              <a:gd fmla="val 11537" name="adj"/>
            </a:avLst>
          </a:prstGeom>
          <a:noFill/>
          <a:ln>
            <a:noFill/>
          </a:ln>
        </p:spPr>
      </p:sp>
      <p:sp>
        <p:nvSpPr>
          <p:cNvPr id="122" name="Google Shape;122;p44"/>
          <p:cNvSpPr/>
          <p:nvPr>
            <p:ph idx="3" type="pic"/>
          </p:nvPr>
        </p:nvSpPr>
        <p:spPr>
          <a:xfrm>
            <a:off x="457200" y="2935720"/>
            <a:ext cx="2532744" cy="1883023"/>
          </a:xfrm>
          <a:prstGeom prst="roundRect">
            <a:avLst>
              <a:gd fmla="val 11537" name="adj"/>
            </a:avLst>
          </a:prstGeom>
          <a:noFill/>
          <a:ln>
            <a:noFill/>
          </a:ln>
        </p:spPr>
      </p:sp>
      <p:sp>
        <p:nvSpPr>
          <p:cNvPr id="123" name="Google Shape;123;p4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Пользовательский макет">
  <p:cSld name="9_Пользовательский макет">
    <p:bg>
      <p:bgPr>
        <a:solidFill>
          <a:srgbClr val="FFFFFF"/>
        </a:solidFill>
      </p:bgPr>
    </p:bg>
    <p:spTree>
      <p:nvGrpSpPr>
        <p:cNvPr id="124" name="Shape 124"/>
        <p:cNvGrpSpPr/>
        <p:nvPr/>
      </p:nvGrpSpPr>
      <p:grpSpPr>
        <a:xfrm>
          <a:off x="0" y="0"/>
          <a:ext cx="0" cy="0"/>
          <a:chOff x="0" y="0"/>
          <a:chExt cx="0" cy="0"/>
        </a:xfrm>
      </p:grpSpPr>
      <p:sp>
        <p:nvSpPr>
          <p:cNvPr id="125" name="Google Shape;125;p45"/>
          <p:cNvSpPr txBox="1"/>
          <p:nvPr>
            <p:ph idx="1" type="body"/>
          </p:nvPr>
        </p:nvSpPr>
        <p:spPr>
          <a:xfrm>
            <a:off x="457201" y="1059322"/>
            <a:ext cx="3897086" cy="173467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lt1"/>
              </a:buClr>
              <a:buSzPts val="1400"/>
              <a:buNone/>
              <a:defRPr sz="1400">
                <a:solidFill>
                  <a:schemeClr val="lt1"/>
                </a:solidFill>
              </a:defRPr>
            </a:lvl1pPr>
            <a:lvl2pPr indent="-228600" lvl="1" marL="914400" algn="l">
              <a:lnSpc>
                <a:spcPct val="100000"/>
              </a:lnSpc>
              <a:spcBef>
                <a:spcPts val="280"/>
              </a:spcBef>
              <a:spcAft>
                <a:spcPts val="0"/>
              </a:spcAft>
              <a:buClr>
                <a:schemeClr val="dk1"/>
              </a:buClr>
              <a:buSzPts val="1400"/>
              <a:buNone/>
              <a:defRPr sz="1400"/>
            </a:lvl2pPr>
            <a:lvl3pPr indent="-228600" lvl="2" marL="1371600" algn="l">
              <a:lnSpc>
                <a:spcPct val="100000"/>
              </a:lnSpc>
              <a:spcBef>
                <a:spcPts val="280"/>
              </a:spcBef>
              <a:spcAft>
                <a:spcPts val="0"/>
              </a:spcAft>
              <a:buClr>
                <a:schemeClr val="dk1"/>
              </a:buClr>
              <a:buSzPts val="1400"/>
              <a:buNone/>
              <a:defRPr sz="1400"/>
            </a:lvl3pPr>
            <a:lvl4pPr indent="-228600" lvl="3" marL="1828800" algn="l">
              <a:lnSpc>
                <a:spcPct val="100000"/>
              </a:lnSpc>
              <a:spcBef>
                <a:spcPts val="280"/>
              </a:spcBef>
              <a:spcAft>
                <a:spcPts val="0"/>
              </a:spcAft>
              <a:buClr>
                <a:schemeClr val="dk1"/>
              </a:buClr>
              <a:buSzPts val="1400"/>
              <a:buNone/>
              <a:defRPr sz="1400"/>
            </a:lvl4pPr>
            <a:lvl5pPr indent="-228600" lvl="4" marL="2286000" algn="l">
              <a:lnSpc>
                <a:spcPct val="100000"/>
              </a:lnSpc>
              <a:spcBef>
                <a:spcPts val="280"/>
              </a:spcBef>
              <a:spcAft>
                <a:spcPts val="0"/>
              </a:spcAft>
              <a:buClr>
                <a:schemeClr val="dk1"/>
              </a:buClr>
              <a:buSzPts val="1400"/>
              <a:buFont typeface="Arial"/>
              <a:buNone/>
              <a:defRPr sz="14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6" name="Google Shape;126;p45"/>
          <p:cNvSpPr txBox="1"/>
          <p:nvPr>
            <p:ph idx="2" type="body"/>
          </p:nvPr>
        </p:nvSpPr>
        <p:spPr>
          <a:xfrm>
            <a:off x="457202" y="3105836"/>
            <a:ext cx="3897084" cy="164033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lt1"/>
              </a:buClr>
              <a:buSzPts val="1400"/>
              <a:buNone/>
              <a:defRPr sz="1400">
                <a:solidFill>
                  <a:schemeClr val="lt1"/>
                </a:solidFill>
              </a:defRPr>
            </a:lvl1pPr>
            <a:lvl2pPr indent="-228600" lvl="1" marL="914400" algn="l">
              <a:lnSpc>
                <a:spcPct val="100000"/>
              </a:lnSpc>
              <a:spcBef>
                <a:spcPts val="280"/>
              </a:spcBef>
              <a:spcAft>
                <a:spcPts val="0"/>
              </a:spcAft>
              <a:buClr>
                <a:schemeClr val="dk1"/>
              </a:buClr>
              <a:buSzPts val="1400"/>
              <a:buNone/>
              <a:defRPr sz="1400"/>
            </a:lvl2pPr>
            <a:lvl3pPr indent="-228600" lvl="2" marL="1371600" algn="l">
              <a:lnSpc>
                <a:spcPct val="100000"/>
              </a:lnSpc>
              <a:spcBef>
                <a:spcPts val="280"/>
              </a:spcBef>
              <a:spcAft>
                <a:spcPts val="0"/>
              </a:spcAft>
              <a:buClr>
                <a:schemeClr val="dk1"/>
              </a:buClr>
              <a:buSzPts val="1400"/>
              <a:buNone/>
              <a:defRPr sz="1400"/>
            </a:lvl3pPr>
            <a:lvl4pPr indent="-228600" lvl="3" marL="1828800" algn="l">
              <a:lnSpc>
                <a:spcPct val="100000"/>
              </a:lnSpc>
              <a:spcBef>
                <a:spcPts val="280"/>
              </a:spcBef>
              <a:spcAft>
                <a:spcPts val="0"/>
              </a:spcAft>
              <a:buClr>
                <a:schemeClr val="dk1"/>
              </a:buClr>
              <a:buSzPts val="1400"/>
              <a:buNone/>
              <a:defRPr sz="1400"/>
            </a:lvl4pPr>
            <a:lvl5pPr indent="-228600" lvl="4" marL="2286000" algn="l">
              <a:lnSpc>
                <a:spcPct val="100000"/>
              </a:lnSpc>
              <a:spcBef>
                <a:spcPts val="280"/>
              </a:spcBef>
              <a:spcAft>
                <a:spcPts val="0"/>
              </a:spcAft>
              <a:buClr>
                <a:schemeClr val="dk1"/>
              </a:buClr>
              <a:buSzPts val="1400"/>
              <a:buFont typeface="Arial"/>
              <a:buNone/>
              <a:defRPr sz="14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7" name="Google Shape;127;p45"/>
          <p:cNvSpPr txBox="1"/>
          <p:nvPr>
            <p:ph idx="3" type="body"/>
          </p:nvPr>
        </p:nvSpPr>
        <p:spPr>
          <a:xfrm>
            <a:off x="4789714" y="1059322"/>
            <a:ext cx="3632201" cy="368684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lt1"/>
              </a:buClr>
              <a:buSzPts val="1400"/>
              <a:buNone/>
              <a:defRPr sz="1400">
                <a:solidFill>
                  <a:schemeClr val="lt1"/>
                </a:solidFill>
              </a:defRPr>
            </a:lvl1pPr>
            <a:lvl2pPr indent="-228600" lvl="1" marL="914400" algn="l">
              <a:lnSpc>
                <a:spcPct val="100000"/>
              </a:lnSpc>
              <a:spcBef>
                <a:spcPts val="280"/>
              </a:spcBef>
              <a:spcAft>
                <a:spcPts val="0"/>
              </a:spcAft>
              <a:buClr>
                <a:schemeClr val="dk1"/>
              </a:buClr>
              <a:buSzPts val="1400"/>
              <a:buNone/>
              <a:defRPr sz="1400"/>
            </a:lvl2pPr>
            <a:lvl3pPr indent="-228600" lvl="2" marL="1371600" algn="l">
              <a:lnSpc>
                <a:spcPct val="100000"/>
              </a:lnSpc>
              <a:spcBef>
                <a:spcPts val="280"/>
              </a:spcBef>
              <a:spcAft>
                <a:spcPts val="0"/>
              </a:spcAft>
              <a:buClr>
                <a:schemeClr val="dk1"/>
              </a:buClr>
              <a:buSzPts val="1400"/>
              <a:buNone/>
              <a:defRPr sz="1400"/>
            </a:lvl3pPr>
            <a:lvl4pPr indent="-228600" lvl="3" marL="1828800" algn="l">
              <a:lnSpc>
                <a:spcPct val="100000"/>
              </a:lnSpc>
              <a:spcBef>
                <a:spcPts val="280"/>
              </a:spcBef>
              <a:spcAft>
                <a:spcPts val="0"/>
              </a:spcAft>
              <a:buClr>
                <a:schemeClr val="dk1"/>
              </a:buClr>
              <a:buSzPts val="1400"/>
              <a:buNone/>
              <a:defRPr sz="1400"/>
            </a:lvl4pPr>
            <a:lvl5pPr indent="-228600" lvl="4" marL="2286000" algn="l">
              <a:lnSpc>
                <a:spcPct val="100000"/>
              </a:lnSpc>
              <a:spcBef>
                <a:spcPts val="280"/>
              </a:spcBef>
              <a:spcAft>
                <a:spcPts val="0"/>
              </a:spcAft>
              <a:buClr>
                <a:schemeClr val="dk1"/>
              </a:buClr>
              <a:buSzPts val="1400"/>
              <a:buFont typeface="Arial"/>
              <a:buNone/>
              <a:defRPr sz="14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8" name="Google Shape;128;p45"/>
          <p:cNvSpPr txBox="1"/>
          <p:nvPr>
            <p:ph type="title"/>
          </p:nvPr>
        </p:nvSpPr>
        <p:spPr>
          <a:xfrm>
            <a:off x="457200" y="306435"/>
            <a:ext cx="6291943" cy="52728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1"/>
              </a:buClr>
              <a:buSzPts val="3200"/>
              <a:buFont typeface="Golos Text SemiBold"/>
              <a:buNone/>
              <a:defRPr sz="3200">
                <a:latin typeface="Golos Text SemiBold"/>
                <a:ea typeface="Golos Text SemiBold"/>
                <a:cs typeface="Golos Text SemiBold"/>
                <a:sym typeface="Golos Text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4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Golos Text"/>
                <a:ea typeface="Golos Text"/>
                <a:cs typeface="Golos Text"/>
                <a:sym typeface="Golos Text"/>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ustom Layout">
  <p:cSld name="4_Custom Layout">
    <p:bg>
      <p:bgPr>
        <a:blipFill>
          <a:blip r:embed="rId2">
            <a:alphaModFix/>
          </a:blip>
          <a:stretch>
            <a:fillRect/>
          </a:stretch>
        </a:blipFill>
      </p:bgPr>
    </p:bg>
    <p:spTree>
      <p:nvGrpSpPr>
        <p:cNvPr id="130" name="Shape 130"/>
        <p:cNvGrpSpPr/>
        <p:nvPr/>
      </p:nvGrpSpPr>
      <p:grpSpPr>
        <a:xfrm>
          <a:off x="0" y="0"/>
          <a:ext cx="0" cy="0"/>
          <a:chOff x="0" y="0"/>
          <a:chExt cx="0" cy="0"/>
        </a:xfrm>
      </p:grpSpPr>
      <p:sp>
        <p:nvSpPr>
          <p:cNvPr id="131" name="Google Shape;131;p46"/>
          <p:cNvSpPr txBox="1"/>
          <p:nvPr>
            <p:ph idx="1" type="body"/>
          </p:nvPr>
        </p:nvSpPr>
        <p:spPr>
          <a:xfrm>
            <a:off x="457201" y="2933902"/>
            <a:ext cx="2589213" cy="26908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40"/>
              </a:spcBef>
              <a:spcAft>
                <a:spcPts val="0"/>
              </a:spcAft>
              <a:buClr>
                <a:schemeClr val="dk1"/>
              </a:buClr>
              <a:buSzPts val="1200"/>
              <a:buFont typeface="Arial"/>
              <a:buNone/>
              <a:defRPr b="1" i="0" sz="1200"/>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228600" lvl="4" marL="2286000" algn="l">
              <a:lnSpc>
                <a:spcPct val="100000"/>
              </a:lnSpc>
              <a:spcBef>
                <a:spcPts val="360"/>
              </a:spcBef>
              <a:spcAft>
                <a:spcPts val="0"/>
              </a:spcAft>
              <a:buClr>
                <a:schemeClr val="dk1"/>
              </a:buClr>
              <a:buSzPts val="1800"/>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32" name="Google Shape;132;p46"/>
          <p:cNvSpPr txBox="1"/>
          <p:nvPr>
            <p:ph idx="2" type="body"/>
          </p:nvPr>
        </p:nvSpPr>
        <p:spPr>
          <a:xfrm>
            <a:off x="3209454" y="2933902"/>
            <a:ext cx="2589213" cy="26908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40"/>
              </a:spcBef>
              <a:spcAft>
                <a:spcPts val="0"/>
              </a:spcAft>
              <a:buClr>
                <a:schemeClr val="dk1"/>
              </a:buClr>
              <a:buSzPts val="1200"/>
              <a:buFont typeface="Arial"/>
              <a:buNone/>
              <a:defRPr b="1" i="0" sz="1200"/>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228600" lvl="4" marL="2286000" algn="l">
              <a:lnSpc>
                <a:spcPct val="100000"/>
              </a:lnSpc>
              <a:spcBef>
                <a:spcPts val="360"/>
              </a:spcBef>
              <a:spcAft>
                <a:spcPts val="0"/>
              </a:spcAft>
              <a:buClr>
                <a:schemeClr val="dk1"/>
              </a:buClr>
              <a:buSzPts val="1800"/>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33" name="Google Shape;133;p46"/>
          <p:cNvSpPr txBox="1"/>
          <p:nvPr>
            <p:ph idx="3" type="body"/>
          </p:nvPr>
        </p:nvSpPr>
        <p:spPr>
          <a:xfrm>
            <a:off x="5969804" y="2933902"/>
            <a:ext cx="2589213" cy="26908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40"/>
              </a:spcBef>
              <a:spcAft>
                <a:spcPts val="0"/>
              </a:spcAft>
              <a:buClr>
                <a:schemeClr val="dk1"/>
              </a:buClr>
              <a:buSzPts val="1200"/>
              <a:buFont typeface="Arial"/>
              <a:buNone/>
              <a:defRPr b="1" i="0" sz="1200"/>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228600" lvl="4" marL="2286000" algn="l">
              <a:lnSpc>
                <a:spcPct val="100000"/>
              </a:lnSpc>
              <a:spcBef>
                <a:spcPts val="360"/>
              </a:spcBef>
              <a:spcAft>
                <a:spcPts val="0"/>
              </a:spcAft>
              <a:buClr>
                <a:schemeClr val="dk1"/>
              </a:buClr>
              <a:buSzPts val="1800"/>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34" name="Google Shape;134;p46"/>
          <p:cNvSpPr txBox="1"/>
          <p:nvPr>
            <p:ph idx="4" type="body"/>
          </p:nvPr>
        </p:nvSpPr>
        <p:spPr>
          <a:xfrm>
            <a:off x="457200" y="3287828"/>
            <a:ext cx="2588883" cy="139554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40"/>
              </a:spcBef>
              <a:spcAft>
                <a:spcPts val="0"/>
              </a:spcAft>
              <a:buClr>
                <a:schemeClr val="dk1"/>
              </a:buClr>
              <a:buSzPts val="1200"/>
              <a:buNone/>
              <a:defRPr sz="1200"/>
            </a:lvl1pPr>
            <a:lvl2pPr indent="-330200" lvl="1" marL="914400" algn="l">
              <a:lnSpc>
                <a:spcPct val="100000"/>
              </a:lnSpc>
              <a:spcBef>
                <a:spcPts val="320"/>
              </a:spcBef>
              <a:spcAft>
                <a:spcPts val="0"/>
              </a:spcAft>
              <a:buClr>
                <a:schemeClr val="dk1"/>
              </a:buClr>
              <a:buSzPts val="1600"/>
              <a:buChar char="•"/>
              <a:defRPr sz="1600"/>
            </a:lvl2pPr>
            <a:lvl3pPr indent="-330200" lvl="2" marL="1371600" algn="l">
              <a:lnSpc>
                <a:spcPct val="100000"/>
              </a:lnSpc>
              <a:spcBef>
                <a:spcPts val="320"/>
              </a:spcBef>
              <a:spcAft>
                <a:spcPts val="0"/>
              </a:spcAft>
              <a:buClr>
                <a:schemeClr val="dk1"/>
              </a:buClr>
              <a:buSzPts val="1600"/>
              <a:buChar char="•"/>
              <a:defRPr sz="1600"/>
            </a:lvl3pPr>
            <a:lvl4pPr indent="-330200" lvl="3" marL="1828800" algn="l">
              <a:lnSpc>
                <a:spcPct val="100000"/>
              </a:lnSpc>
              <a:spcBef>
                <a:spcPts val="320"/>
              </a:spcBef>
              <a:spcAft>
                <a:spcPts val="0"/>
              </a:spcAft>
              <a:buClr>
                <a:schemeClr val="dk1"/>
              </a:buClr>
              <a:buSzPts val="1600"/>
              <a:buChar char="•"/>
              <a:defRPr sz="1600"/>
            </a:lvl4pPr>
            <a:lvl5pPr indent="-228600" lvl="4" marL="2286000" algn="l">
              <a:lnSpc>
                <a:spcPct val="100000"/>
              </a:lnSpc>
              <a:spcBef>
                <a:spcPts val="320"/>
              </a:spcBef>
              <a:spcAft>
                <a:spcPts val="0"/>
              </a:spcAft>
              <a:buClr>
                <a:schemeClr val="dk1"/>
              </a:buClr>
              <a:buSzPts val="1600"/>
              <a:buNone/>
              <a:defRPr sz="16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35" name="Google Shape;135;p46"/>
          <p:cNvSpPr txBox="1"/>
          <p:nvPr>
            <p:ph idx="5" type="body"/>
          </p:nvPr>
        </p:nvSpPr>
        <p:spPr>
          <a:xfrm>
            <a:off x="3207251" y="3299578"/>
            <a:ext cx="2591416" cy="1395548"/>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40"/>
              </a:spcBef>
              <a:spcAft>
                <a:spcPts val="0"/>
              </a:spcAft>
              <a:buClr>
                <a:schemeClr val="dk1"/>
              </a:buClr>
              <a:buSzPts val="1200"/>
              <a:buNone/>
              <a:defRPr sz="1200"/>
            </a:lvl1pPr>
            <a:lvl2pPr indent="-304800" lvl="1" marL="914400" algn="l">
              <a:lnSpc>
                <a:spcPct val="100000"/>
              </a:lnSpc>
              <a:spcBef>
                <a:spcPts val="240"/>
              </a:spcBef>
              <a:spcAft>
                <a:spcPts val="0"/>
              </a:spcAft>
              <a:buClr>
                <a:schemeClr val="dk1"/>
              </a:buClr>
              <a:buSzPts val="1200"/>
              <a:buChar char="•"/>
              <a:defRPr sz="1200"/>
            </a:lvl2pPr>
            <a:lvl3pPr indent="-304800" lvl="2" marL="1371600" algn="l">
              <a:lnSpc>
                <a:spcPct val="100000"/>
              </a:lnSpc>
              <a:spcBef>
                <a:spcPts val="240"/>
              </a:spcBef>
              <a:spcAft>
                <a:spcPts val="0"/>
              </a:spcAft>
              <a:buClr>
                <a:schemeClr val="dk1"/>
              </a:buClr>
              <a:buSzPts val="1200"/>
              <a:buChar char="•"/>
              <a:defRPr sz="1200"/>
            </a:lvl3pPr>
            <a:lvl4pPr indent="-304800" lvl="3" marL="1828800" algn="l">
              <a:lnSpc>
                <a:spcPct val="100000"/>
              </a:lnSpc>
              <a:spcBef>
                <a:spcPts val="240"/>
              </a:spcBef>
              <a:spcAft>
                <a:spcPts val="0"/>
              </a:spcAft>
              <a:buClr>
                <a:schemeClr val="dk1"/>
              </a:buClr>
              <a:buSzPts val="1200"/>
              <a:buChar char="•"/>
              <a:defRPr sz="1200"/>
            </a:lvl4pPr>
            <a:lvl5pPr indent="-228600" lvl="4" marL="2286000" algn="l">
              <a:lnSpc>
                <a:spcPct val="100000"/>
              </a:lnSpc>
              <a:spcBef>
                <a:spcPts val="240"/>
              </a:spcBef>
              <a:spcAft>
                <a:spcPts val="0"/>
              </a:spcAft>
              <a:buClr>
                <a:schemeClr val="dk1"/>
              </a:buClr>
              <a:buSzPts val="1200"/>
              <a:buNone/>
              <a:defRPr sz="12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36" name="Google Shape;136;p46"/>
          <p:cNvSpPr txBox="1"/>
          <p:nvPr>
            <p:ph type="title"/>
          </p:nvPr>
        </p:nvSpPr>
        <p:spPr>
          <a:xfrm>
            <a:off x="457200" y="306435"/>
            <a:ext cx="6291943" cy="52728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1"/>
              </a:buClr>
              <a:buSzPts val="3200"/>
              <a:buFont typeface="Golos Text SemiBold"/>
              <a:buNone/>
              <a:defRPr sz="3200">
                <a:latin typeface="Golos Text SemiBold"/>
                <a:ea typeface="Golos Text SemiBold"/>
                <a:cs typeface="Golos Text SemiBold"/>
                <a:sym typeface="Golos Text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7" name="Google Shape;137;p46"/>
          <p:cNvSpPr txBox="1"/>
          <p:nvPr>
            <p:ph idx="6" type="body"/>
          </p:nvPr>
        </p:nvSpPr>
        <p:spPr>
          <a:xfrm>
            <a:off x="5967600" y="3299578"/>
            <a:ext cx="2591416" cy="1395548"/>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40"/>
              </a:spcBef>
              <a:spcAft>
                <a:spcPts val="0"/>
              </a:spcAft>
              <a:buClr>
                <a:schemeClr val="dk1"/>
              </a:buClr>
              <a:buSzPts val="1200"/>
              <a:buNone/>
              <a:defRPr sz="1200"/>
            </a:lvl1pPr>
            <a:lvl2pPr indent="-304800" lvl="1" marL="914400" algn="l">
              <a:lnSpc>
                <a:spcPct val="100000"/>
              </a:lnSpc>
              <a:spcBef>
                <a:spcPts val="240"/>
              </a:spcBef>
              <a:spcAft>
                <a:spcPts val="0"/>
              </a:spcAft>
              <a:buClr>
                <a:schemeClr val="dk1"/>
              </a:buClr>
              <a:buSzPts val="1200"/>
              <a:buChar char="•"/>
              <a:defRPr sz="1200"/>
            </a:lvl2pPr>
            <a:lvl3pPr indent="-304800" lvl="2" marL="1371600" algn="l">
              <a:lnSpc>
                <a:spcPct val="100000"/>
              </a:lnSpc>
              <a:spcBef>
                <a:spcPts val="240"/>
              </a:spcBef>
              <a:spcAft>
                <a:spcPts val="0"/>
              </a:spcAft>
              <a:buClr>
                <a:schemeClr val="dk1"/>
              </a:buClr>
              <a:buSzPts val="1200"/>
              <a:buChar char="•"/>
              <a:defRPr sz="1200"/>
            </a:lvl3pPr>
            <a:lvl4pPr indent="-304800" lvl="3" marL="1828800" algn="l">
              <a:lnSpc>
                <a:spcPct val="100000"/>
              </a:lnSpc>
              <a:spcBef>
                <a:spcPts val="240"/>
              </a:spcBef>
              <a:spcAft>
                <a:spcPts val="0"/>
              </a:spcAft>
              <a:buClr>
                <a:schemeClr val="dk1"/>
              </a:buClr>
              <a:buSzPts val="1200"/>
              <a:buChar char="•"/>
              <a:defRPr sz="1200"/>
            </a:lvl4pPr>
            <a:lvl5pPr indent="-228600" lvl="4" marL="2286000" algn="l">
              <a:lnSpc>
                <a:spcPct val="100000"/>
              </a:lnSpc>
              <a:spcBef>
                <a:spcPts val="240"/>
              </a:spcBef>
              <a:spcAft>
                <a:spcPts val="0"/>
              </a:spcAft>
              <a:buClr>
                <a:schemeClr val="dk1"/>
              </a:buClr>
              <a:buSzPts val="1200"/>
              <a:buNone/>
              <a:defRPr sz="12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38" name="Google Shape;138;p46"/>
          <p:cNvSpPr/>
          <p:nvPr>
            <p:ph idx="7" type="pic"/>
          </p:nvPr>
        </p:nvSpPr>
        <p:spPr>
          <a:xfrm>
            <a:off x="469081" y="944463"/>
            <a:ext cx="2577001" cy="1883023"/>
          </a:xfrm>
          <a:prstGeom prst="roundRect">
            <a:avLst>
              <a:gd fmla="val 11537" name="adj"/>
            </a:avLst>
          </a:prstGeom>
          <a:noFill/>
          <a:ln>
            <a:noFill/>
          </a:ln>
        </p:spPr>
      </p:sp>
      <p:sp>
        <p:nvSpPr>
          <p:cNvPr id="139" name="Google Shape;139;p46"/>
          <p:cNvSpPr/>
          <p:nvPr>
            <p:ph idx="8" type="pic"/>
          </p:nvPr>
        </p:nvSpPr>
        <p:spPr>
          <a:xfrm>
            <a:off x="3221666" y="944462"/>
            <a:ext cx="2577001" cy="1883023"/>
          </a:xfrm>
          <a:prstGeom prst="roundRect">
            <a:avLst>
              <a:gd fmla="val 12905" name="adj"/>
            </a:avLst>
          </a:prstGeom>
          <a:noFill/>
          <a:ln>
            <a:noFill/>
          </a:ln>
        </p:spPr>
      </p:sp>
      <p:sp>
        <p:nvSpPr>
          <p:cNvPr id="140" name="Google Shape;140;p46"/>
          <p:cNvSpPr/>
          <p:nvPr>
            <p:ph idx="9" type="pic"/>
          </p:nvPr>
        </p:nvSpPr>
        <p:spPr>
          <a:xfrm>
            <a:off x="5980690" y="944463"/>
            <a:ext cx="2577001" cy="1883023"/>
          </a:xfrm>
          <a:prstGeom prst="roundRect">
            <a:avLst>
              <a:gd fmla="val 10512" name="adj"/>
            </a:avLst>
          </a:prstGeom>
          <a:noFill/>
          <a:ln>
            <a:noFill/>
          </a:ln>
        </p:spPr>
      </p:sp>
      <p:sp>
        <p:nvSpPr>
          <p:cNvPr id="141" name="Google Shape;141;p4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Custom Layout">
  <p:cSld name="7_Custom Layout">
    <p:bg>
      <p:bgPr>
        <a:blipFill>
          <a:blip r:embed="rId2">
            <a:alphaModFix/>
          </a:blip>
          <a:stretch>
            <a:fillRect/>
          </a:stretch>
        </a:blipFill>
      </p:bgPr>
    </p:bg>
    <p:spTree>
      <p:nvGrpSpPr>
        <p:cNvPr id="142" name="Shape 142"/>
        <p:cNvGrpSpPr/>
        <p:nvPr/>
      </p:nvGrpSpPr>
      <p:grpSpPr>
        <a:xfrm>
          <a:off x="0" y="0"/>
          <a:ext cx="0" cy="0"/>
          <a:chOff x="0" y="0"/>
          <a:chExt cx="0" cy="0"/>
        </a:xfrm>
      </p:grpSpPr>
      <p:sp>
        <p:nvSpPr>
          <p:cNvPr id="143" name="Google Shape;143;p47"/>
          <p:cNvSpPr txBox="1"/>
          <p:nvPr>
            <p:ph type="title"/>
          </p:nvPr>
        </p:nvSpPr>
        <p:spPr>
          <a:xfrm>
            <a:off x="457200" y="306435"/>
            <a:ext cx="6291943" cy="52728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1"/>
              </a:buClr>
              <a:buSzPts val="3200"/>
              <a:buFont typeface="Golos Text SemiBold"/>
              <a:buNone/>
              <a:defRPr sz="3200">
                <a:latin typeface="Golos Text SemiBold"/>
                <a:ea typeface="Golos Text SemiBold"/>
                <a:cs typeface="Golos Text SemiBold"/>
                <a:sym typeface="Golos Text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4" name="Google Shape;144;p47"/>
          <p:cNvSpPr txBox="1"/>
          <p:nvPr>
            <p:ph idx="1" type="body"/>
          </p:nvPr>
        </p:nvSpPr>
        <p:spPr>
          <a:xfrm>
            <a:off x="5733143" y="949330"/>
            <a:ext cx="2895600" cy="3895724"/>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b="0" i="0" sz="1400"/>
            </a:lvl1pPr>
            <a:lvl2pPr indent="-228600" lvl="1" marL="914400" algn="l">
              <a:lnSpc>
                <a:spcPct val="100000"/>
              </a:lnSpc>
              <a:spcBef>
                <a:spcPts val="280"/>
              </a:spcBef>
              <a:spcAft>
                <a:spcPts val="0"/>
              </a:spcAft>
              <a:buClr>
                <a:schemeClr val="dk1"/>
              </a:buClr>
              <a:buSzPts val="1400"/>
              <a:buNone/>
              <a:defRPr sz="1400"/>
            </a:lvl2pPr>
            <a:lvl3pPr indent="-228600" lvl="2" marL="1371600" algn="l">
              <a:lnSpc>
                <a:spcPct val="100000"/>
              </a:lnSpc>
              <a:spcBef>
                <a:spcPts val="280"/>
              </a:spcBef>
              <a:spcAft>
                <a:spcPts val="0"/>
              </a:spcAft>
              <a:buClr>
                <a:schemeClr val="dk1"/>
              </a:buClr>
              <a:buSzPts val="1400"/>
              <a:buNone/>
              <a:defRPr sz="1400"/>
            </a:lvl3pPr>
            <a:lvl4pPr indent="-228600" lvl="3" marL="1828800" algn="l">
              <a:lnSpc>
                <a:spcPct val="100000"/>
              </a:lnSpc>
              <a:spcBef>
                <a:spcPts val="280"/>
              </a:spcBef>
              <a:spcAft>
                <a:spcPts val="0"/>
              </a:spcAft>
              <a:buClr>
                <a:schemeClr val="dk1"/>
              </a:buClr>
              <a:buSzPts val="1400"/>
              <a:buNone/>
              <a:defRPr sz="1400"/>
            </a:lvl4pPr>
            <a:lvl5pPr indent="-228600" lvl="4" marL="2286000" algn="l">
              <a:lnSpc>
                <a:spcPct val="100000"/>
              </a:lnSpc>
              <a:spcBef>
                <a:spcPts val="280"/>
              </a:spcBef>
              <a:spcAft>
                <a:spcPts val="0"/>
              </a:spcAft>
              <a:buClr>
                <a:schemeClr val="dk1"/>
              </a:buClr>
              <a:buSzPts val="1400"/>
              <a:buFont typeface="Arial"/>
              <a:buNone/>
              <a:defRPr sz="14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45" name="Google Shape;145;p47"/>
          <p:cNvSpPr/>
          <p:nvPr>
            <p:ph idx="2" type="pic"/>
          </p:nvPr>
        </p:nvSpPr>
        <p:spPr>
          <a:xfrm>
            <a:off x="457200" y="949329"/>
            <a:ext cx="2532744" cy="1883023"/>
          </a:xfrm>
          <a:prstGeom prst="roundRect">
            <a:avLst>
              <a:gd fmla="val 11537" name="adj"/>
            </a:avLst>
          </a:prstGeom>
          <a:noFill/>
          <a:ln>
            <a:noFill/>
          </a:ln>
        </p:spPr>
      </p:sp>
      <p:sp>
        <p:nvSpPr>
          <p:cNvPr id="146" name="Google Shape;146;p47"/>
          <p:cNvSpPr/>
          <p:nvPr>
            <p:ph idx="3" type="pic"/>
          </p:nvPr>
        </p:nvSpPr>
        <p:spPr>
          <a:xfrm>
            <a:off x="3095171" y="949328"/>
            <a:ext cx="2532744" cy="1883023"/>
          </a:xfrm>
          <a:prstGeom prst="roundRect">
            <a:avLst>
              <a:gd fmla="val 11879" name="adj"/>
            </a:avLst>
          </a:prstGeom>
          <a:noFill/>
          <a:ln>
            <a:noFill/>
          </a:ln>
        </p:spPr>
      </p:sp>
      <p:sp>
        <p:nvSpPr>
          <p:cNvPr id="147" name="Google Shape;147;p47"/>
          <p:cNvSpPr/>
          <p:nvPr>
            <p:ph idx="4" type="pic"/>
          </p:nvPr>
        </p:nvSpPr>
        <p:spPr>
          <a:xfrm>
            <a:off x="3095171" y="2962031"/>
            <a:ext cx="2532744" cy="1883023"/>
          </a:xfrm>
          <a:prstGeom prst="roundRect">
            <a:avLst>
              <a:gd fmla="val 11537" name="adj"/>
            </a:avLst>
          </a:prstGeom>
          <a:noFill/>
          <a:ln>
            <a:noFill/>
          </a:ln>
        </p:spPr>
      </p:sp>
      <p:sp>
        <p:nvSpPr>
          <p:cNvPr id="148" name="Google Shape;148;p47"/>
          <p:cNvSpPr/>
          <p:nvPr>
            <p:ph idx="5" type="pic"/>
          </p:nvPr>
        </p:nvSpPr>
        <p:spPr>
          <a:xfrm>
            <a:off x="457199" y="2962031"/>
            <a:ext cx="2532744" cy="1883023"/>
          </a:xfrm>
          <a:prstGeom prst="roundRect">
            <a:avLst>
              <a:gd fmla="val 11537" name="adj"/>
            </a:avLst>
          </a:prstGeom>
          <a:noFill/>
          <a:ln>
            <a:noFill/>
          </a:ln>
        </p:spPr>
      </p:sp>
      <p:sp>
        <p:nvSpPr>
          <p:cNvPr id="149" name="Google Shape;149;p4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Custom Layout">
  <p:cSld name="10_Custom Layout">
    <p:bg>
      <p:bgPr>
        <a:blipFill>
          <a:blip r:embed="rId2">
            <a:alphaModFix/>
          </a:blip>
          <a:stretch>
            <a:fillRect/>
          </a:stretch>
        </a:blipFill>
      </p:bgPr>
    </p:bg>
    <p:spTree>
      <p:nvGrpSpPr>
        <p:cNvPr id="150" name="Shape 150"/>
        <p:cNvGrpSpPr/>
        <p:nvPr/>
      </p:nvGrpSpPr>
      <p:grpSpPr>
        <a:xfrm>
          <a:off x="0" y="0"/>
          <a:ext cx="0" cy="0"/>
          <a:chOff x="0" y="0"/>
          <a:chExt cx="0" cy="0"/>
        </a:xfrm>
      </p:grpSpPr>
      <p:sp>
        <p:nvSpPr>
          <p:cNvPr id="151" name="Google Shape;151;p48"/>
          <p:cNvSpPr txBox="1"/>
          <p:nvPr>
            <p:ph idx="1" type="body"/>
          </p:nvPr>
        </p:nvSpPr>
        <p:spPr>
          <a:xfrm>
            <a:off x="457201" y="2367645"/>
            <a:ext cx="2589213" cy="26908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40"/>
              </a:spcBef>
              <a:spcAft>
                <a:spcPts val="0"/>
              </a:spcAft>
              <a:buClr>
                <a:schemeClr val="dk1"/>
              </a:buClr>
              <a:buSzPts val="1200"/>
              <a:buFont typeface="Arial"/>
              <a:buNone/>
              <a:defRPr b="1" i="0" sz="1200"/>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228600" lvl="4" marL="2286000" algn="l">
              <a:lnSpc>
                <a:spcPct val="100000"/>
              </a:lnSpc>
              <a:spcBef>
                <a:spcPts val="360"/>
              </a:spcBef>
              <a:spcAft>
                <a:spcPts val="0"/>
              </a:spcAft>
              <a:buClr>
                <a:schemeClr val="dk1"/>
              </a:buClr>
              <a:buSzPts val="1800"/>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2" name="Google Shape;152;p48"/>
          <p:cNvSpPr txBox="1"/>
          <p:nvPr>
            <p:ph idx="2" type="body"/>
          </p:nvPr>
        </p:nvSpPr>
        <p:spPr>
          <a:xfrm>
            <a:off x="3275819" y="2367645"/>
            <a:ext cx="2589213" cy="26908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40"/>
              </a:spcBef>
              <a:spcAft>
                <a:spcPts val="0"/>
              </a:spcAft>
              <a:buClr>
                <a:schemeClr val="dk1"/>
              </a:buClr>
              <a:buSzPts val="1200"/>
              <a:buFont typeface="Arial"/>
              <a:buNone/>
              <a:defRPr b="1" i="0" sz="1200"/>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228600" lvl="4" marL="2286000" algn="l">
              <a:lnSpc>
                <a:spcPct val="100000"/>
              </a:lnSpc>
              <a:spcBef>
                <a:spcPts val="360"/>
              </a:spcBef>
              <a:spcAft>
                <a:spcPts val="0"/>
              </a:spcAft>
              <a:buClr>
                <a:schemeClr val="dk1"/>
              </a:buClr>
              <a:buSzPts val="1800"/>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3" name="Google Shape;153;p48"/>
          <p:cNvSpPr txBox="1"/>
          <p:nvPr>
            <p:ph idx="3" type="body"/>
          </p:nvPr>
        </p:nvSpPr>
        <p:spPr>
          <a:xfrm>
            <a:off x="6085706" y="2367645"/>
            <a:ext cx="2589213" cy="26908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40"/>
              </a:spcBef>
              <a:spcAft>
                <a:spcPts val="0"/>
              </a:spcAft>
              <a:buClr>
                <a:schemeClr val="dk1"/>
              </a:buClr>
              <a:buSzPts val="1200"/>
              <a:buFont typeface="Arial"/>
              <a:buNone/>
              <a:defRPr b="1" i="0" sz="1200"/>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228600" lvl="4" marL="2286000" algn="l">
              <a:lnSpc>
                <a:spcPct val="100000"/>
              </a:lnSpc>
              <a:spcBef>
                <a:spcPts val="360"/>
              </a:spcBef>
              <a:spcAft>
                <a:spcPts val="0"/>
              </a:spcAft>
              <a:buClr>
                <a:schemeClr val="dk1"/>
              </a:buClr>
              <a:buSzPts val="1800"/>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4" name="Google Shape;154;p48"/>
          <p:cNvSpPr txBox="1"/>
          <p:nvPr>
            <p:ph type="title"/>
          </p:nvPr>
        </p:nvSpPr>
        <p:spPr>
          <a:xfrm>
            <a:off x="457200" y="306435"/>
            <a:ext cx="6291943" cy="52728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1"/>
              </a:buClr>
              <a:buSzPts val="3200"/>
              <a:buFont typeface="Golos Text SemiBold"/>
              <a:buNone/>
              <a:defRPr sz="3200">
                <a:latin typeface="Golos Text SemiBold"/>
                <a:ea typeface="Golos Text SemiBold"/>
                <a:cs typeface="Golos Text SemiBold"/>
                <a:sym typeface="Golos Text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5" name="Google Shape;155;p48"/>
          <p:cNvSpPr/>
          <p:nvPr>
            <p:ph idx="4" type="pic"/>
          </p:nvPr>
        </p:nvSpPr>
        <p:spPr>
          <a:xfrm>
            <a:off x="454050" y="952607"/>
            <a:ext cx="2589213" cy="1304294"/>
          </a:xfrm>
          <a:prstGeom prst="roundRect">
            <a:avLst>
              <a:gd fmla="val 9261" name="adj"/>
            </a:avLst>
          </a:prstGeom>
          <a:noFill/>
          <a:ln>
            <a:noFill/>
          </a:ln>
        </p:spPr>
      </p:sp>
      <p:sp>
        <p:nvSpPr>
          <p:cNvPr id="156" name="Google Shape;156;p48"/>
          <p:cNvSpPr/>
          <p:nvPr>
            <p:ph idx="5" type="pic"/>
          </p:nvPr>
        </p:nvSpPr>
        <p:spPr>
          <a:xfrm>
            <a:off x="3275818" y="952607"/>
            <a:ext cx="2589213" cy="1304294"/>
          </a:xfrm>
          <a:prstGeom prst="roundRect">
            <a:avLst>
              <a:gd fmla="val 11730" name="adj"/>
            </a:avLst>
          </a:prstGeom>
          <a:noFill/>
          <a:ln>
            <a:noFill/>
          </a:ln>
        </p:spPr>
      </p:sp>
      <p:sp>
        <p:nvSpPr>
          <p:cNvPr id="157" name="Google Shape;157;p48"/>
          <p:cNvSpPr/>
          <p:nvPr>
            <p:ph idx="6" type="pic"/>
          </p:nvPr>
        </p:nvSpPr>
        <p:spPr>
          <a:xfrm>
            <a:off x="6089789" y="952607"/>
            <a:ext cx="2589213" cy="1304294"/>
          </a:xfrm>
          <a:prstGeom prst="roundRect">
            <a:avLst>
              <a:gd fmla="val 10249" name="adj"/>
            </a:avLst>
          </a:prstGeom>
          <a:noFill/>
          <a:ln>
            <a:noFill/>
          </a:ln>
        </p:spPr>
      </p:sp>
      <p:sp>
        <p:nvSpPr>
          <p:cNvPr id="158" name="Google Shape;158;p48"/>
          <p:cNvSpPr txBox="1"/>
          <p:nvPr>
            <p:ph idx="7" type="body"/>
          </p:nvPr>
        </p:nvSpPr>
        <p:spPr>
          <a:xfrm>
            <a:off x="460352" y="4281396"/>
            <a:ext cx="2589213" cy="26908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40"/>
              </a:spcBef>
              <a:spcAft>
                <a:spcPts val="0"/>
              </a:spcAft>
              <a:buClr>
                <a:schemeClr val="dk1"/>
              </a:buClr>
              <a:buSzPts val="1200"/>
              <a:buFont typeface="Arial"/>
              <a:buNone/>
              <a:defRPr b="1" i="0" sz="1200"/>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228600" lvl="4" marL="2286000" algn="l">
              <a:lnSpc>
                <a:spcPct val="100000"/>
              </a:lnSpc>
              <a:spcBef>
                <a:spcPts val="360"/>
              </a:spcBef>
              <a:spcAft>
                <a:spcPts val="0"/>
              </a:spcAft>
              <a:buClr>
                <a:schemeClr val="dk1"/>
              </a:buClr>
              <a:buSzPts val="1800"/>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9" name="Google Shape;159;p48"/>
          <p:cNvSpPr txBox="1"/>
          <p:nvPr>
            <p:ph idx="8" type="body"/>
          </p:nvPr>
        </p:nvSpPr>
        <p:spPr>
          <a:xfrm>
            <a:off x="3278970" y="4281396"/>
            <a:ext cx="2589213" cy="26908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40"/>
              </a:spcBef>
              <a:spcAft>
                <a:spcPts val="0"/>
              </a:spcAft>
              <a:buClr>
                <a:schemeClr val="dk1"/>
              </a:buClr>
              <a:buSzPts val="1200"/>
              <a:buFont typeface="Arial"/>
              <a:buNone/>
              <a:defRPr b="1" i="0" sz="1200"/>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228600" lvl="4" marL="2286000" algn="l">
              <a:lnSpc>
                <a:spcPct val="100000"/>
              </a:lnSpc>
              <a:spcBef>
                <a:spcPts val="360"/>
              </a:spcBef>
              <a:spcAft>
                <a:spcPts val="0"/>
              </a:spcAft>
              <a:buClr>
                <a:schemeClr val="dk1"/>
              </a:buClr>
              <a:buSzPts val="1800"/>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60" name="Google Shape;160;p48"/>
          <p:cNvSpPr txBox="1"/>
          <p:nvPr>
            <p:ph idx="9" type="body"/>
          </p:nvPr>
        </p:nvSpPr>
        <p:spPr>
          <a:xfrm>
            <a:off x="6088857" y="4281396"/>
            <a:ext cx="2589213" cy="26908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40"/>
              </a:spcBef>
              <a:spcAft>
                <a:spcPts val="0"/>
              </a:spcAft>
              <a:buClr>
                <a:schemeClr val="dk1"/>
              </a:buClr>
              <a:buSzPts val="1200"/>
              <a:buFont typeface="Arial"/>
              <a:buNone/>
              <a:defRPr b="1" i="0" sz="1200"/>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228600" lvl="4" marL="2286000" algn="l">
              <a:lnSpc>
                <a:spcPct val="100000"/>
              </a:lnSpc>
              <a:spcBef>
                <a:spcPts val="360"/>
              </a:spcBef>
              <a:spcAft>
                <a:spcPts val="0"/>
              </a:spcAft>
              <a:buClr>
                <a:schemeClr val="dk1"/>
              </a:buClr>
              <a:buSzPts val="1800"/>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61" name="Google Shape;161;p48"/>
          <p:cNvSpPr/>
          <p:nvPr>
            <p:ph idx="13" type="pic"/>
          </p:nvPr>
        </p:nvSpPr>
        <p:spPr>
          <a:xfrm>
            <a:off x="457201" y="2866358"/>
            <a:ext cx="2589213" cy="1304294"/>
          </a:xfrm>
          <a:prstGeom prst="roundRect">
            <a:avLst>
              <a:gd fmla="val 12224" name="adj"/>
            </a:avLst>
          </a:prstGeom>
          <a:noFill/>
          <a:ln>
            <a:noFill/>
          </a:ln>
        </p:spPr>
      </p:sp>
      <p:sp>
        <p:nvSpPr>
          <p:cNvPr id="162" name="Google Shape;162;p48"/>
          <p:cNvSpPr/>
          <p:nvPr>
            <p:ph idx="14" type="pic"/>
          </p:nvPr>
        </p:nvSpPr>
        <p:spPr>
          <a:xfrm>
            <a:off x="3278969" y="2866358"/>
            <a:ext cx="2589213" cy="1304294"/>
          </a:xfrm>
          <a:prstGeom prst="roundRect">
            <a:avLst>
              <a:gd fmla="val 11236" name="adj"/>
            </a:avLst>
          </a:prstGeom>
          <a:noFill/>
          <a:ln>
            <a:noFill/>
          </a:ln>
        </p:spPr>
      </p:sp>
      <p:sp>
        <p:nvSpPr>
          <p:cNvPr id="163" name="Google Shape;163;p48"/>
          <p:cNvSpPr/>
          <p:nvPr>
            <p:ph idx="15" type="pic"/>
          </p:nvPr>
        </p:nvSpPr>
        <p:spPr>
          <a:xfrm>
            <a:off x="6092940" y="2866358"/>
            <a:ext cx="2589213" cy="1304294"/>
          </a:xfrm>
          <a:prstGeom prst="roundRect">
            <a:avLst>
              <a:gd fmla="val 9755" name="adj"/>
            </a:avLst>
          </a:prstGeom>
          <a:noFill/>
          <a:ln>
            <a:noFill/>
          </a:ln>
        </p:spPr>
      </p:sp>
      <p:sp>
        <p:nvSpPr>
          <p:cNvPr id="164" name="Google Shape;164;p4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5"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6"/>
          <p:cNvSpPr txBox="1"/>
          <p:nvPr>
            <p:ph type="title"/>
          </p:nvPr>
        </p:nvSpPr>
        <p:spPr>
          <a:xfrm>
            <a:off x="457200" y="306434"/>
            <a:ext cx="8229600" cy="620483"/>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6"/>
          <p:cNvSpPr txBox="1"/>
          <p:nvPr>
            <p:ph idx="1" type="body"/>
          </p:nvPr>
        </p:nvSpPr>
        <p:spPr>
          <a:xfrm>
            <a:off x="457200" y="1121912"/>
            <a:ext cx="8229600" cy="2899675"/>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400"/>
              </a:spcBef>
              <a:spcAft>
                <a:spcPts val="0"/>
              </a:spcAft>
              <a:buClr>
                <a:schemeClr val="dk1"/>
              </a:buClr>
              <a:buSzPts val="2000"/>
              <a:buFont typeface="Arial"/>
              <a:buNone/>
              <a:defRPr b="0" i="0" sz="2000" u="none" cap="none" strike="noStrike">
                <a:solidFill>
                  <a:schemeClr val="dk1"/>
                </a:solidFill>
                <a:latin typeface="Golos Text"/>
                <a:ea typeface="Golos Text"/>
                <a:cs typeface="Golos Text"/>
                <a:sym typeface="Golos Text"/>
              </a:defRPr>
            </a:lvl1pPr>
            <a:lvl2pPr indent="-355600" lvl="1" marL="914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olos Text"/>
                <a:ea typeface="Golos Text"/>
                <a:cs typeface="Golos Text"/>
                <a:sym typeface="Golos Text"/>
              </a:defRPr>
            </a:lvl2pPr>
            <a:lvl3pPr indent="-330200" lvl="2" marL="13716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olos Text"/>
                <a:ea typeface="Golos Text"/>
                <a:cs typeface="Golos Text"/>
                <a:sym typeface="Golos Text"/>
              </a:defRPr>
            </a:lvl3pPr>
            <a:lvl4pPr indent="-330200" lvl="3" marL="1828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olos Text"/>
                <a:ea typeface="Golos Text"/>
                <a:cs typeface="Golos Text"/>
                <a:sym typeface="Golos Text"/>
              </a:defRPr>
            </a:lvl4pPr>
            <a:lvl5pPr indent="-228600" lvl="4" marL="2286000" marR="0" rtl="0" algn="l">
              <a:lnSpc>
                <a:spcPct val="100000"/>
              </a:lnSpc>
              <a:spcBef>
                <a:spcPts val="320"/>
              </a:spcBef>
              <a:spcAft>
                <a:spcPts val="0"/>
              </a:spcAft>
              <a:buClr>
                <a:schemeClr val="dk1"/>
              </a:buClr>
              <a:buSzPts val="1600"/>
              <a:buFont typeface="Arial"/>
              <a:buNone/>
              <a:defRPr b="0" i="0" sz="1600" u="none" cap="none" strike="noStrike">
                <a:solidFill>
                  <a:schemeClr val="dk1"/>
                </a:solidFill>
                <a:latin typeface="Golos Text"/>
                <a:ea typeface="Golos Text"/>
                <a:cs typeface="Golos Text"/>
                <a:sym typeface="Golos Text"/>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26"/>
          <p:cNvSpPr txBox="1"/>
          <p:nvPr/>
        </p:nvSpPr>
        <p:spPr>
          <a:xfrm>
            <a:off x="-865051" y="4134125"/>
            <a:ext cx="18473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 name="Google Shape;13;p26"/>
          <p:cNvSpPr txBox="1"/>
          <p:nvPr/>
        </p:nvSpPr>
        <p:spPr>
          <a:xfrm>
            <a:off x="-865051" y="4134125"/>
            <a:ext cx="18473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 name="Google Shape;14;p2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Golos Text"/>
                <a:ea typeface="Golos Text"/>
                <a:cs typeface="Golos Text"/>
                <a:sym typeface="Golos Text"/>
              </a:defRPr>
            </a:lvl9pPr>
          </a:lstStyle>
          <a:p>
            <a:pPr indent="0" lvl="0" marL="0" rtl="0" algn="r">
              <a:spcBef>
                <a:spcPts val="0"/>
              </a:spcBef>
              <a:spcAft>
                <a:spcPts val="0"/>
              </a:spcAft>
              <a:buNone/>
            </a:pPr>
            <a:fld id="{00000000-1234-1234-1234-123412341234}" type="slidenum">
              <a:rPr lang="ru-RU"/>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abcnotation.com/wiki/abc:standard:v2.1" TargetMode="Externa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abcnotation.com/wiki/abc:standard:v2.1" TargetMode="External"/><Relationship Id="rId4" Type="http://schemas.openxmlformats.org/officeDocument/2006/relationships/image" Target="../media/image22.png"/><Relationship Id="rId5"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abcnotation.com/wiki/abc:standard:v2.1" TargetMode="External"/><Relationship Id="rId4" Type="http://schemas.openxmlformats.org/officeDocument/2006/relationships/image" Target="../media/image17.png"/><Relationship Id="rId5" Type="http://schemas.openxmlformats.org/officeDocument/2006/relationships/image" Target="../media/image13.png"/><Relationship Id="rId6"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www.abcjs.net/abcjs-editor.html" TargetMode="External"/><Relationship Id="rId4" Type="http://schemas.openxmlformats.org/officeDocument/2006/relationships/image" Target="../media/image20.png"/><Relationship Id="rId5"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4.png"/><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6.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9.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hyperlink" Target="https://docs.google.com/forms/d/e/1FAIpQLSeZ2uO7I1noLJ-T1eUKrFDsGXstyIecG9mYisfXp3oJJ2imtQ/viewform"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7.png"/><Relationship Id="rId4" Type="http://schemas.openxmlformats.org/officeDocument/2006/relationships/image" Target="../media/image23.png"/><Relationship Id="rId5" Type="http://schemas.openxmlformats.org/officeDocument/2006/relationships/image" Target="../media/image3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hyperlink" Target="https://forms.gle/VFP6io2drzzDWvP49" TargetMode="External"/><Relationship Id="rId4" Type="http://schemas.openxmlformats.org/officeDocument/2006/relationships/image" Target="../media/image3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 Id="rId3" Type="http://schemas.openxmlformats.org/officeDocument/2006/relationships/image" Target="../media/image35.png"/><Relationship Id="rId4" Type="http://schemas.openxmlformats.org/officeDocument/2006/relationships/image" Target="../media/image38.png"/><Relationship Id="rId5" Type="http://schemas.openxmlformats.org/officeDocument/2006/relationships/hyperlink" Target="https://ris.ifmo.ru/"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 Id="rId3" Type="http://schemas.openxmlformats.org/officeDocument/2006/relationships/hyperlink" Target="mailto:makhnytkina@itmo.ru" TargetMode="External"/><Relationship Id="rId4" Type="http://schemas.openxmlformats.org/officeDocument/2006/relationships/hyperlink" Target="tel:+79650865859" TargetMode="External"/><Relationship Id="rId5" Type="http://schemas.openxmlformats.org/officeDocument/2006/relationships/image" Target="../media/image2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28.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8" name="Shape 168"/>
        <p:cNvGrpSpPr/>
        <p:nvPr/>
      </p:nvGrpSpPr>
      <p:grpSpPr>
        <a:xfrm>
          <a:off x="0" y="0"/>
          <a:ext cx="0" cy="0"/>
          <a:chOff x="0" y="0"/>
          <a:chExt cx="0" cy="0"/>
        </a:xfrm>
      </p:grpSpPr>
      <p:sp>
        <p:nvSpPr>
          <p:cNvPr id="169" name="Google Shape;169;p1"/>
          <p:cNvSpPr txBox="1"/>
          <p:nvPr>
            <p:ph type="title"/>
          </p:nvPr>
        </p:nvSpPr>
        <p:spPr>
          <a:xfrm>
            <a:off x="679879" y="1902925"/>
            <a:ext cx="7772400" cy="120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FF00"/>
              </a:buClr>
              <a:buSzPts val="3200"/>
              <a:buFont typeface="Arial"/>
              <a:buNone/>
            </a:pPr>
            <a:r>
              <a:rPr lang="ru-RU">
                <a:solidFill>
                  <a:srgbClr val="4A86E8"/>
                </a:solidFill>
                <a:latin typeface="Arial"/>
                <a:ea typeface="Arial"/>
                <a:cs typeface="Arial"/>
                <a:sym typeface="Arial"/>
              </a:rPr>
              <a:t>Введение а </a:t>
            </a:r>
            <a:br>
              <a:rPr lang="ru-RU">
                <a:solidFill>
                  <a:srgbClr val="4A86E8"/>
                </a:solidFill>
                <a:latin typeface="Arial"/>
                <a:ea typeface="Arial"/>
                <a:cs typeface="Arial"/>
                <a:sym typeface="Arial"/>
              </a:rPr>
            </a:br>
            <a:r>
              <a:rPr lang="ru-RU">
                <a:solidFill>
                  <a:srgbClr val="4A86E8"/>
                </a:solidFill>
                <a:latin typeface="Arial"/>
                <a:ea typeface="Arial"/>
                <a:cs typeface="Arial"/>
                <a:sym typeface="Arial"/>
              </a:rPr>
              <a:t>вычислительное музыковедение:</a:t>
            </a:r>
            <a:br>
              <a:rPr lang="ru-RU">
                <a:solidFill>
                  <a:srgbClr val="4A86E8"/>
                </a:solidFill>
                <a:latin typeface="Arial"/>
                <a:ea typeface="Arial"/>
                <a:cs typeface="Arial"/>
                <a:sym typeface="Arial"/>
              </a:rPr>
            </a:br>
            <a:r>
              <a:rPr lang="ru-RU">
                <a:solidFill>
                  <a:srgbClr val="4A86E8"/>
                </a:solidFill>
                <a:latin typeface="Arial"/>
                <a:ea typeface="Arial"/>
                <a:cs typeface="Arial"/>
                <a:sym typeface="Arial"/>
              </a:rPr>
              <a:t>Модели и методы Music Data Mining </a:t>
            </a:r>
            <a:endParaRPr>
              <a:solidFill>
                <a:srgbClr val="4A86E8"/>
              </a:solidFill>
              <a:latin typeface="Arial"/>
              <a:ea typeface="Arial"/>
              <a:cs typeface="Arial"/>
              <a:sym typeface="Arial"/>
            </a:endParaRPr>
          </a:p>
        </p:txBody>
      </p:sp>
      <p:sp>
        <p:nvSpPr>
          <p:cNvPr id="170" name="Google Shape;170;p1"/>
          <p:cNvSpPr txBox="1"/>
          <p:nvPr>
            <p:ph type="title"/>
          </p:nvPr>
        </p:nvSpPr>
        <p:spPr>
          <a:xfrm>
            <a:off x="672675" y="1836975"/>
            <a:ext cx="7772400" cy="120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FF00"/>
              </a:buClr>
              <a:buSzPts val="3200"/>
              <a:buFont typeface="Arial"/>
              <a:buNone/>
            </a:pPr>
            <a:r>
              <a:rPr lang="ru-RU">
                <a:solidFill>
                  <a:srgbClr val="FFFF00"/>
                </a:solidFill>
                <a:latin typeface="Arial"/>
                <a:ea typeface="Arial"/>
                <a:cs typeface="Arial"/>
                <a:sym typeface="Arial"/>
              </a:rPr>
              <a:t>Введение в </a:t>
            </a:r>
            <a:br>
              <a:rPr lang="ru-RU">
                <a:solidFill>
                  <a:srgbClr val="FFFF00"/>
                </a:solidFill>
                <a:latin typeface="Arial"/>
                <a:ea typeface="Arial"/>
                <a:cs typeface="Arial"/>
                <a:sym typeface="Arial"/>
              </a:rPr>
            </a:br>
            <a:r>
              <a:rPr lang="ru-RU">
                <a:solidFill>
                  <a:srgbClr val="FFFF00"/>
                </a:solidFill>
                <a:latin typeface="Arial"/>
                <a:ea typeface="Arial"/>
                <a:cs typeface="Arial"/>
                <a:sym typeface="Arial"/>
              </a:rPr>
              <a:t>вычислительное музыковедение: </a:t>
            </a:r>
            <a:br>
              <a:rPr lang="ru-RU">
                <a:solidFill>
                  <a:srgbClr val="FFFF00"/>
                </a:solidFill>
                <a:latin typeface="Arial"/>
                <a:ea typeface="Arial"/>
                <a:cs typeface="Arial"/>
                <a:sym typeface="Arial"/>
              </a:rPr>
            </a:br>
            <a:r>
              <a:rPr lang="ru-RU">
                <a:solidFill>
                  <a:srgbClr val="FFFF00"/>
                </a:solidFill>
                <a:latin typeface="Arial"/>
                <a:ea typeface="Arial"/>
                <a:cs typeface="Arial"/>
                <a:sym typeface="Arial"/>
              </a:rPr>
              <a:t>Модели и методы Music Data Mining</a:t>
            </a:r>
            <a:endParaRPr>
              <a:solidFill>
                <a:srgbClr val="FFFF00"/>
              </a:solidFill>
              <a:latin typeface="Arial"/>
              <a:ea typeface="Arial"/>
              <a:cs typeface="Arial"/>
              <a:sym typeface="Arial"/>
            </a:endParaRPr>
          </a:p>
        </p:txBody>
      </p:sp>
      <p:sp>
        <p:nvSpPr>
          <p:cNvPr id="171" name="Google Shape;171;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sp>
        <p:nvSpPr>
          <p:cNvPr id="172" name="Google Shape;172;p1"/>
          <p:cNvSpPr txBox="1"/>
          <p:nvPr/>
        </p:nvSpPr>
        <p:spPr>
          <a:xfrm>
            <a:off x="2852500" y="4545575"/>
            <a:ext cx="3499200" cy="526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ru-RU" sz="1800" u="none" cap="none" strike="noStrike">
                <a:solidFill>
                  <a:schemeClr val="lt1"/>
                </a:solidFill>
                <a:latin typeface="Golos Text"/>
                <a:ea typeface="Golos Text"/>
                <a:cs typeface="Golos Text"/>
                <a:sym typeface="Golos Text"/>
              </a:rPr>
              <a:t>Абросимов Кирилл</a:t>
            </a:r>
            <a:br>
              <a:rPr b="0" i="0" lang="ru-RU" sz="1800" u="none" cap="none" strike="noStrike">
                <a:solidFill>
                  <a:schemeClr val="lt1"/>
                </a:solidFill>
                <a:latin typeface="Golos Text"/>
                <a:ea typeface="Golos Text"/>
                <a:cs typeface="Golos Text"/>
                <a:sym typeface="Golos Text"/>
              </a:rPr>
            </a:br>
            <a:r>
              <a:rPr b="0" i="0" lang="ru-RU" sz="1800" u="none" cap="none" strike="noStrike">
                <a:solidFill>
                  <a:schemeClr val="lt1"/>
                </a:solidFill>
                <a:latin typeface="Golos Text"/>
                <a:ea typeface="Golos Text"/>
                <a:cs typeface="Golos Text"/>
                <a:sym typeface="Golos Text"/>
              </a:rPr>
              <a:t>abrosimov.kirill.1999@mail.ru</a:t>
            </a:r>
            <a:endParaRPr b="0" i="0" sz="1800" u="none" cap="none" strike="noStrike">
              <a:solidFill>
                <a:schemeClr val="lt1"/>
              </a:solidFill>
              <a:latin typeface="Golos Text"/>
              <a:ea typeface="Golos Text"/>
              <a:cs typeface="Golos Text"/>
              <a:sym typeface="Golos Text"/>
            </a:endParaRPr>
          </a:p>
        </p:txBody>
      </p:sp>
      <p:sp>
        <p:nvSpPr>
          <p:cNvPr id="173" name="Google Shape;173;p1"/>
          <p:cNvSpPr txBox="1"/>
          <p:nvPr/>
        </p:nvSpPr>
        <p:spPr>
          <a:xfrm>
            <a:off x="0" y="3579450"/>
            <a:ext cx="91440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1" lang="ru-RU" sz="2000">
                <a:solidFill>
                  <a:srgbClr val="FFFF00"/>
                </a:solidFill>
                <a:latin typeface="Golos Text"/>
                <a:ea typeface="Golos Text"/>
                <a:cs typeface="Golos Text"/>
                <a:sym typeface="Golos Text"/>
              </a:rPr>
              <a:t>Обработка музыки в символах</a:t>
            </a:r>
            <a:endParaRPr b="1" i="0" sz="2000" u="none" cap="none" strike="noStrike">
              <a:solidFill>
                <a:srgbClr val="FFFF00"/>
              </a:solidFill>
              <a:latin typeface="Golos Text"/>
              <a:ea typeface="Golos Text"/>
              <a:cs typeface="Golos Text"/>
              <a:sym typeface="Golos Tex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282c83c1f8c_0_7"/>
          <p:cNvSpPr txBox="1"/>
          <p:nvPr>
            <p:ph type="title"/>
          </p:nvPr>
        </p:nvSpPr>
        <p:spPr>
          <a:xfrm>
            <a:off x="243401" y="306435"/>
            <a:ext cx="7038300" cy="5274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chemeClr val="lt1"/>
              </a:buClr>
              <a:buSzPct val="100000"/>
              <a:buFont typeface="Arial"/>
              <a:buNone/>
            </a:pPr>
            <a:r>
              <a:rPr lang="ru-RU">
                <a:latin typeface="Arial"/>
                <a:ea typeface="Arial"/>
                <a:cs typeface="Arial"/>
                <a:sym typeface="Arial"/>
              </a:rPr>
              <a:t>Agenda</a:t>
            </a:r>
            <a:endParaRPr/>
          </a:p>
        </p:txBody>
      </p:sp>
      <p:sp>
        <p:nvSpPr>
          <p:cNvPr id="179" name="Google Shape;179;g282c83c1f8c_0_7"/>
          <p:cNvSpPr txBox="1"/>
          <p:nvPr/>
        </p:nvSpPr>
        <p:spPr>
          <a:xfrm>
            <a:off x="325950" y="1329650"/>
            <a:ext cx="8492100" cy="1877700"/>
          </a:xfrm>
          <a:prstGeom prst="rect">
            <a:avLst/>
          </a:prstGeom>
          <a:noFill/>
          <a:ln>
            <a:noFill/>
          </a:ln>
        </p:spPr>
        <p:txBody>
          <a:bodyPr anchorCtr="0" anchor="t" bIns="91425" lIns="91425" spcFirstLastPara="1" rIns="91425" wrap="square" tIns="91425">
            <a:spAutoFit/>
          </a:bodyPr>
          <a:lstStyle/>
          <a:p>
            <a:pPr indent="-368300" lvl="0" marL="457200" marR="0" rtl="0" algn="l">
              <a:lnSpc>
                <a:spcPct val="100000"/>
              </a:lnSpc>
              <a:spcBef>
                <a:spcPts val="0"/>
              </a:spcBef>
              <a:spcAft>
                <a:spcPts val="0"/>
              </a:spcAft>
              <a:buClr>
                <a:srgbClr val="000000"/>
              </a:buClr>
              <a:buSzPts val="2200"/>
              <a:buFont typeface="Golos Text"/>
              <a:buAutoNum type="arabicPeriod"/>
            </a:pPr>
            <a:r>
              <a:rPr lang="ru-RU" sz="2200">
                <a:latin typeface="Golos Text"/>
                <a:ea typeface="Golos Text"/>
                <a:cs typeface="Golos Text"/>
                <a:sym typeface="Golos Text"/>
              </a:rPr>
              <a:t>Ноты и нотации </a:t>
            </a:r>
            <a:endParaRPr b="0" i="0" sz="2200" u="none" cap="none" strike="noStrike">
              <a:solidFill>
                <a:srgbClr val="000000"/>
              </a:solidFill>
              <a:latin typeface="Golos Text"/>
              <a:ea typeface="Golos Text"/>
              <a:cs typeface="Golos Text"/>
              <a:sym typeface="Golos Text"/>
            </a:endParaRPr>
          </a:p>
          <a:p>
            <a:pPr indent="-368300" lvl="0" marL="457200" marR="0" rtl="0" algn="l">
              <a:lnSpc>
                <a:spcPct val="100000"/>
              </a:lnSpc>
              <a:spcBef>
                <a:spcPts val="0"/>
              </a:spcBef>
              <a:spcAft>
                <a:spcPts val="0"/>
              </a:spcAft>
              <a:buClr>
                <a:srgbClr val="000000"/>
              </a:buClr>
              <a:buSzPts val="2200"/>
              <a:buFont typeface="Golos Text"/>
              <a:buAutoNum type="arabicPeriod"/>
            </a:pPr>
            <a:r>
              <a:rPr lang="ru-RU" sz="2200">
                <a:latin typeface="Golos Text"/>
                <a:ea typeface="Golos Text"/>
                <a:cs typeface="Golos Text"/>
                <a:sym typeface="Golos Text"/>
              </a:rPr>
              <a:t>Введение в математическую лингвистику</a:t>
            </a:r>
            <a:endParaRPr sz="2200">
              <a:latin typeface="Golos Text"/>
              <a:ea typeface="Golos Text"/>
              <a:cs typeface="Golos Text"/>
              <a:sym typeface="Golos Text"/>
            </a:endParaRPr>
          </a:p>
          <a:p>
            <a:pPr indent="-368300" lvl="0" marL="457200" marR="0" rtl="0" algn="l">
              <a:lnSpc>
                <a:spcPct val="100000"/>
              </a:lnSpc>
              <a:spcBef>
                <a:spcPts val="0"/>
              </a:spcBef>
              <a:spcAft>
                <a:spcPts val="0"/>
              </a:spcAft>
              <a:buSzPts val="2200"/>
              <a:buFont typeface="Golos Text"/>
              <a:buAutoNum type="arabicPeriod"/>
            </a:pPr>
            <a:r>
              <a:rPr lang="ru-RU" sz="2200">
                <a:latin typeface="Golos Text"/>
                <a:ea typeface="Golos Text"/>
                <a:cs typeface="Golos Text"/>
                <a:sym typeface="Golos Text"/>
              </a:rPr>
              <a:t>Грамматики и языки</a:t>
            </a:r>
            <a:endParaRPr sz="2200">
              <a:latin typeface="Golos Text"/>
              <a:ea typeface="Golos Text"/>
              <a:cs typeface="Golos Text"/>
              <a:sym typeface="Golos Text"/>
            </a:endParaRPr>
          </a:p>
          <a:p>
            <a:pPr indent="-368300" lvl="0" marL="457200" marR="0" rtl="0" algn="l">
              <a:lnSpc>
                <a:spcPct val="100000"/>
              </a:lnSpc>
              <a:spcBef>
                <a:spcPts val="0"/>
              </a:spcBef>
              <a:spcAft>
                <a:spcPts val="0"/>
              </a:spcAft>
              <a:buSzPts val="2200"/>
              <a:buFont typeface="Golos Text"/>
              <a:buAutoNum type="arabicPeriod"/>
            </a:pPr>
            <a:r>
              <a:rPr lang="ru-RU" sz="2200">
                <a:latin typeface="Golos Text"/>
                <a:ea typeface="Golos Text"/>
                <a:cs typeface="Golos Text"/>
                <a:sym typeface="Golos Text"/>
              </a:rPr>
              <a:t>Конечные автоматы</a:t>
            </a:r>
            <a:endParaRPr sz="2200">
              <a:latin typeface="Golos Text"/>
              <a:ea typeface="Golos Text"/>
              <a:cs typeface="Golos Text"/>
              <a:sym typeface="Golos Text"/>
            </a:endParaRPr>
          </a:p>
          <a:p>
            <a:pPr indent="-368300" lvl="0" marL="457200" marR="0" rtl="0" algn="l">
              <a:lnSpc>
                <a:spcPct val="100000"/>
              </a:lnSpc>
              <a:spcBef>
                <a:spcPts val="0"/>
              </a:spcBef>
              <a:spcAft>
                <a:spcPts val="0"/>
              </a:spcAft>
              <a:buSzPts val="2200"/>
              <a:buFont typeface="Golos Text"/>
              <a:buAutoNum type="arabicPeriod"/>
            </a:pPr>
            <a:r>
              <a:rPr lang="ru-RU" sz="2200">
                <a:latin typeface="Golos Text"/>
                <a:ea typeface="Golos Text"/>
                <a:cs typeface="Golos Text"/>
                <a:sym typeface="Golos Text"/>
              </a:rPr>
              <a:t>Подведение итогов</a:t>
            </a:r>
            <a:endParaRPr sz="2200">
              <a:latin typeface="Golos Text"/>
              <a:ea typeface="Golos Text"/>
              <a:cs typeface="Golos Text"/>
              <a:sym typeface="Golos Text"/>
            </a:endParaRPr>
          </a:p>
        </p:txBody>
      </p:sp>
      <p:sp>
        <p:nvSpPr>
          <p:cNvPr id="180" name="Google Shape;180;g282c83c1f8c_0_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g2c39dba05ed_0_1301"/>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SzPct val="145454"/>
              <a:buNone/>
            </a:pPr>
            <a:r>
              <a:rPr b="0" lang="ru-RU" sz="2200">
                <a:latin typeface="Golos Text"/>
                <a:ea typeface="Golos Text"/>
                <a:cs typeface="Golos Text"/>
                <a:sym typeface="Golos Text"/>
              </a:rPr>
              <a:t>Ноты и нотации</a:t>
            </a:r>
            <a:endParaRPr/>
          </a:p>
        </p:txBody>
      </p:sp>
      <p:sp>
        <p:nvSpPr>
          <p:cNvPr id="186" name="Google Shape;186;g2c39dba05ed_0_130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pic>
        <p:nvPicPr>
          <p:cNvPr id="187" name="Google Shape;187;g2c39dba05ed_0_1301"/>
          <p:cNvPicPr preferRelativeResize="0"/>
          <p:nvPr/>
        </p:nvPicPr>
        <p:blipFill rotWithShape="1">
          <a:blip r:embed="rId3">
            <a:alphaModFix/>
          </a:blip>
          <a:srcRect b="0" l="0" r="0" t="0"/>
          <a:stretch/>
        </p:blipFill>
        <p:spPr>
          <a:xfrm>
            <a:off x="213825" y="1118050"/>
            <a:ext cx="8716349" cy="345235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1f58dad81a1_0_0"/>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3200"/>
              <a:buNone/>
            </a:pPr>
            <a:r>
              <a:rPr b="0" lang="ru-RU" sz="2200">
                <a:latin typeface="Golos Text"/>
                <a:ea typeface="Golos Text"/>
                <a:cs typeface="Golos Text"/>
                <a:sym typeface="Golos Text"/>
              </a:rPr>
              <a:t>ABC нотация</a:t>
            </a:r>
            <a:endParaRPr/>
          </a:p>
        </p:txBody>
      </p:sp>
      <p:sp>
        <p:nvSpPr>
          <p:cNvPr id="193" name="Google Shape;193;g1f58dad81a1_0_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sp>
        <p:nvSpPr>
          <p:cNvPr id="194" name="Google Shape;194;g1f58dad81a1_0_0"/>
          <p:cNvSpPr txBox="1"/>
          <p:nvPr/>
        </p:nvSpPr>
        <p:spPr>
          <a:xfrm>
            <a:off x="106950" y="1153825"/>
            <a:ext cx="5678100" cy="350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X:1</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T:</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M:4/4</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L:1/8</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Q:1/4=144</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K:G%1sharps</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V:1</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x8|c&gt;^c[d2=F2=F,2=F,,2][=c2=F2C2A,2=F,2][d=FA,-A,,-][c-=F-A,A,,]|[c=FG,-</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G,,-][B-^D-G,G,,][B2-^D2-^F,2F,,2][B2-^D2-C2A,2F,2][B3/2^D3/2C3/2-A,3/2-</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F,3/2-][^G/2C/2A,/2F,/2]|[A3/2^D3/2F,3/2-F,,3/2-][B/2^D/2F,/2F,,/2]</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[c2E2=G,2G,,2][BEC-G,-][c-E-CG,][cEE,-E,,-][^GE,E,,]|[B2=D2B,2^G,2 E,2][A2-</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^C2-A,,2A,,,2][A2-^C2 A,2=G,2][A2^C2A,2G,2]|[G2E2^C,2^C,,2][A2F2D,2D,,2]</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[BF=C-F,-D,-][c-F-CF,D,][cFF,-F,,-][e-F-F,F,,]|[eFC-A,-D,-][cFCA,D,]</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[d2=F2G,2G,,2][B2=F2D2B,2G,2][A=FA,-A,,-][G-=F-A,A,,]|[G=FB,-B,,-][c-E-</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B,B,,][c3/2E3/2C3/2-C,3/2][C/2C,/2][D3/2D,3/2][^D/2^D,/2] [EE,-][c-E-E,]|</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[c2E2G,2G,,2]x3/2G/2[A3/2=F3/2-B,3/2-G,3/2-G,,3/2-][G/2=F/2B,/2G,/2G,,/2][c</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2G2E2C2C,2C,,2]|G,,2[C,2C,,2][c2E2C2G,2][c2G2E,2E,,2]|[c2^F2^D,2^D,,2]</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ru-RU" sz="1200" u="none" cap="none" strike="noStrike">
                <a:solidFill>
                  <a:schemeClr val="dk1"/>
                </a:solidFill>
                <a:latin typeface="Arial"/>
                <a:ea typeface="Arial"/>
                <a:cs typeface="Arial"/>
                <a:sym typeface="Arial"/>
              </a:rPr>
              <a:t>[c2=F2=D,2D,,2][B2=F2D2B,2-G,2][A=FB,G,-G,,-][G-=F-B,-G,G,,]|</a:t>
            </a:r>
            <a:endParaRPr b="0" i="0" sz="1200" u="none" cap="none" strike="noStrike">
              <a:solidFill>
                <a:schemeClr val="dk1"/>
              </a:solidFill>
              <a:latin typeface="Arial"/>
              <a:ea typeface="Arial"/>
              <a:cs typeface="Arial"/>
              <a:sym typeface="Arial"/>
            </a:endParaRPr>
          </a:p>
        </p:txBody>
      </p:sp>
      <p:sp>
        <p:nvSpPr>
          <p:cNvPr id="195" name="Google Shape;195;g1f58dad81a1_0_0"/>
          <p:cNvSpPr txBox="1"/>
          <p:nvPr/>
        </p:nvSpPr>
        <p:spPr>
          <a:xfrm>
            <a:off x="0" y="4738450"/>
            <a:ext cx="51222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ru-RU" sz="1100" u="sng" cap="none" strike="noStrike">
                <a:solidFill>
                  <a:srgbClr val="7890CD"/>
                </a:solidFill>
                <a:latin typeface="Arial"/>
                <a:ea typeface="Arial"/>
                <a:cs typeface="Arial"/>
                <a:sym typeface="Arial"/>
                <a:hlinkClick r:id="rId3">
                  <a:extLst>
                    <a:ext uri="{A12FA001-AC4F-418D-AE19-62706E023703}">
                      <ahyp:hlinkClr val="tx"/>
                    </a:ext>
                  </a:extLst>
                </a:hlinkClick>
              </a:rPr>
              <a:t>abc:standard:v2.1 [abc wiki] (abcnotation.com)</a:t>
            </a:r>
            <a:endParaRPr b="0" i="0" sz="1400" u="none" cap="none" strike="noStrike">
              <a:solidFill>
                <a:srgbClr val="000000"/>
              </a:solidFill>
              <a:latin typeface="Arial"/>
              <a:ea typeface="Arial"/>
              <a:cs typeface="Arial"/>
              <a:sym typeface="Arial"/>
            </a:endParaRPr>
          </a:p>
        </p:txBody>
      </p:sp>
      <p:pic>
        <p:nvPicPr>
          <p:cNvPr id="196" name="Google Shape;196;g1f58dad81a1_0_0"/>
          <p:cNvPicPr preferRelativeResize="0"/>
          <p:nvPr/>
        </p:nvPicPr>
        <p:blipFill rotWithShape="1">
          <a:blip r:embed="rId4">
            <a:alphaModFix/>
          </a:blip>
          <a:srcRect b="0" l="0" r="0" t="0"/>
          <a:stretch/>
        </p:blipFill>
        <p:spPr>
          <a:xfrm>
            <a:off x="4759700" y="-1"/>
            <a:ext cx="4384301" cy="24596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g1f58dad81a1_0_5"/>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3200"/>
              <a:buFont typeface="Arial"/>
              <a:buNone/>
            </a:pPr>
            <a:r>
              <a:rPr b="0" lang="ru-RU" sz="2200">
                <a:latin typeface="Golos Text"/>
                <a:ea typeface="Golos Text"/>
                <a:cs typeface="Golos Text"/>
                <a:sym typeface="Golos Text"/>
              </a:rPr>
              <a:t>ABC нотация</a:t>
            </a:r>
            <a:endParaRPr/>
          </a:p>
        </p:txBody>
      </p:sp>
      <p:sp>
        <p:nvSpPr>
          <p:cNvPr id="202" name="Google Shape;202;g1f58dad81a1_0_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sp>
        <p:nvSpPr>
          <p:cNvPr id="203" name="Google Shape;203;g1f58dad81a1_0_5"/>
          <p:cNvSpPr txBox="1"/>
          <p:nvPr/>
        </p:nvSpPr>
        <p:spPr>
          <a:xfrm>
            <a:off x="0" y="4738450"/>
            <a:ext cx="51222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ru-RU" sz="1100" u="sng" cap="none" strike="noStrike">
                <a:solidFill>
                  <a:srgbClr val="7890CD"/>
                </a:solidFill>
                <a:latin typeface="Arial"/>
                <a:ea typeface="Arial"/>
                <a:cs typeface="Arial"/>
                <a:sym typeface="Arial"/>
                <a:hlinkClick r:id="rId3">
                  <a:extLst>
                    <a:ext uri="{A12FA001-AC4F-418D-AE19-62706E023703}">
                      <ahyp:hlinkClr val="tx"/>
                    </a:ext>
                  </a:extLst>
                </a:hlinkClick>
              </a:rPr>
              <a:t>abc:standard:v2.1 [abc wiki] (abcnotation.com)</a:t>
            </a:r>
            <a:endParaRPr b="0" i="0" sz="1400" u="none" cap="none" strike="noStrike">
              <a:solidFill>
                <a:srgbClr val="000000"/>
              </a:solidFill>
              <a:latin typeface="Arial"/>
              <a:ea typeface="Arial"/>
              <a:cs typeface="Arial"/>
              <a:sym typeface="Arial"/>
            </a:endParaRPr>
          </a:p>
        </p:txBody>
      </p:sp>
      <p:pic>
        <p:nvPicPr>
          <p:cNvPr id="204" name="Google Shape;204;g1f58dad81a1_0_5"/>
          <p:cNvPicPr preferRelativeResize="0"/>
          <p:nvPr/>
        </p:nvPicPr>
        <p:blipFill rotWithShape="1">
          <a:blip r:embed="rId4">
            <a:alphaModFix/>
          </a:blip>
          <a:srcRect b="0" l="0" r="0" t="0"/>
          <a:stretch/>
        </p:blipFill>
        <p:spPr>
          <a:xfrm>
            <a:off x="0" y="1612650"/>
            <a:ext cx="5650215" cy="3125799"/>
          </a:xfrm>
          <a:prstGeom prst="rect">
            <a:avLst/>
          </a:prstGeom>
          <a:noFill/>
          <a:ln>
            <a:noFill/>
          </a:ln>
        </p:spPr>
      </p:pic>
      <p:pic>
        <p:nvPicPr>
          <p:cNvPr id="205" name="Google Shape;205;g1f58dad81a1_0_5"/>
          <p:cNvPicPr preferRelativeResize="0"/>
          <p:nvPr/>
        </p:nvPicPr>
        <p:blipFill rotWithShape="1">
          <a:blip r:embed="rId5">
            <a:alphaModFix/>
          </a:blip>
          <a:srcRect b="0" l="0" r="0" t="0"/>
          <a:stretch/>
        </p:blipFill>
        <p:spPr>
          <a:xfrm>
            <a:off x="4759700" y="-1"/>
            <a:ext cx="4384301" cy="24596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g1f58dad81a1_0_10"/>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SzPct val="145454"/>
              <a:buNone/>
            </a:pPr>
            <a:r>
              <a:rPr b="0" lang="ru-RU" sz="2200">
                <a:latin typeface="Golos Text"/>
                <a:ea typeface="Golos Text"/>
                <a:cs typeface="Golos Text"/>
                <a:sym typeface="Golos Text"/>
              </a:rPr>
              <a:t>ABC нотация</a:t>
            </a:r>
            <a:endParaRPr/>
          </a:p>
        </p:txBody>
      </p:sp>
      <p:sp>
        <p:nvSpPr>
          <p:cNvPr id="211" name="Google Shape;211;g1f58dad81a1_0_1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sp>
        <p:nvSpPr>
          <p:cNvPr id="212" name="Google Shape;212;g1f58dad81a1_0_10"/>
          <p:cNvSpPr txBox="1"/>
          <p:nvPr/>
        </p:nvSpPr>
        <p:spPr>
          <a:xfrm>
            <a:off x="0" y="4738450"/>
            <a:ext cx="51222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ru-RU" sz="1100" u="sng" cap="none" strike="noStrike">
                <a:solidFill>
                  <a:srgbClr val="7890CD"/>
                </a:solidFill>
                <a:latin typeface="Arial"/>
                <a:ea typeface="Arial"/>
                <a:cs typeface="Arial"/>
                <a:sym typeface="Arial"/>
                <a:hlinkClick r:id="rId3">
                  <a:extLst>
                    <a:ext uri="{A12FA001-AC4F-418D-AE19-62706E023703}">
                      <ahyp:hlinkClr val="tx"/>
                    </a:ext>
                  </a:extLst>
                </a:hlinkClick>
              </a:rPr>
              <a:t>abc:standard:v2.1 [abc wiki] (abcnotation.com)</a:t>
            </a:r>
            <a:endParaRPr b="0" i="0" sz="1400" u="none" cap="none" strike="noStrike">
              <a:solidFill>
                <a:srgbClr val="000000"/>
              </a:solidFill>
              <a:latin typeface="Arial"/>
              <a:ea typeface="Arial"/>
              <a:cs typeface="Arial"/>
              <a:sym typeface="Arial"/>
            </a:endParaRPr>
          </a:p>
        </p:txBody>
      </p:sp>
      <p:pic>
        <p:nvPicPr>
          <p:cNvPr id="213" name="Google Shape;213;g1f58dad81a1_0_10"/>
          <p:cNvPicPr preferRelativeResize="0"/>
          <p:nvPr/>
        </p:nvPicPr>
        <p:blipFill rotWithShape="1">
          <a:blip r:embed="rId4">
            <a:alphaModFix/>
          </a:blip>
          <a:srcRect b="0" l="0" r="0" t="0"/>
          <a:stretch/>
        </p:blipFill>
        <p:spPr>
          <a:xfrm>
            <a:off x="601263" y="1146125"/>
            <a:ext cx="4286250" cy="2209800"/>
          </a:xfrm>
          <a:prstGeom prst="rect">
            <a:avLst/>
          </a:prstGeom>
          <a:noFill/>
          <a:ln>
            <a:noFill/>
          </a:ln>
        </p:spPr>
      </p:pic>
      <p:pic>
        <p:nvPicPr>
          <p:cNvPr id="214" name="Google Shape;214;g1f58dad81a1_0_10"/>
          <p:cNvPicPr preferRelativeResize="0"/>
          <p:nvPr/>
        </p:nvPicPr>
        <p:blipFill rotWithShape="1">
          <a:blip r:embed="rId5">
            <a:alphaModFix/>
          </a:blip>
          <a:srcRect b="0" l="0" r="0" t="0"/>
          <a:stretch/>
        </p:blipFill>
        <p:spPr>
          <a:xfrm>
            <a:off x="601263" y="3545550"/>
            <a:ext cx="4286250" cy="1117680"/>
          </a:xfrm>
          <a:prstGeom prst="rect">
            <a:avLst/>
          </a:prstGeom>
          <a:noFill/>
          <a:ln>
            <a:noFill/>
          </a:ln>
        </p:spPr>
      </p:pic>
      <p:pic>
        <p:nvPicPr>
          <p:cNvPr id="215" name="Google Shape;215;g1f58dad81a1_0_10"/>
          <p:cNvPicPr preferRelativeResize="0"/>
          <p:nvPr/>
        </p:nvPicPr>
        <p:blipFill rotWithShape="1">
          <a:blip r:embed="rId6">
            <a:alphaModFix/>
          </a:blip>
          <a:srcRect b="0" l="0" r="0" t="0"/>
          <a:stretch/>
        </p:blipFill>
        <p:spPr>
          <a:xfrm>
            <a:off x="5042263" y="1146125"/>
            <a:ext cx="3500475" cy="35171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g1f58dad81a1_0_353"/>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3200"/>
              <a:buNone/>
            </a:pPr>
            <a:r>
              <a:rPr lang="ru-RU" sz="2200">
                <a:latin typeface="Golos Text"/>
                <a:ea typeface="Golos Text"/>
                <a:cs typeface="Golos Text"/>
                <a:sym typeface="Golos Text"/>
              </a:rPr>
              <a:t>Кому интересно</a:t>
            </a:r>
            <a:r>
              <a:rPr b="0" lang="ru-RU" sz="2200">
                <a:latin typeface="Golos Text"/>
                <a:ea typeface="Golos Text"/>
                <a:cs typeface="Golos Text"/>
                <a:sym typeface="Golos Text"/>
              </a:rPr>
              <a:t>:</a:t>
            </a:r>
            <a:endParaRPr/>
          </a:p>
        </p:txBody>
      </p:sp>
      <p:sp>
        <p:nvSpPr>
          <p:cNvPr id="221" name="Google Shape;221;g1f58dad81a1_0_35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sp>
        <p:nvSpPr>
          <p:cNvPr id="222" name="Google Shape;222;g1f58dad81a1_0_353"/>
          <p:cNvSpPr/>
          <p:nvPr/>
        </p:nvSpPr>
        <p:spPr>
          <a:xfrm>
            <a:off x="364600" y="1093150"/>
            <a:ext cx="4148700" cy="1746900"/>
          </a:xfrm>
          <a:prstGeom prst="roundRect">
            <a:avLst>
              <a:gd fmla="val 16667" name="adj"/>
            </a:avLst>
          </a:prstGeom>
          <a:solidFill>
            <a:srgbClr val="CFE2F3"/>
          </a:solidFill>
          <a:ln cap="flat" cmpd="sng" w="952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ru-RU">
                <a:latin typeface="Golos Text"/>
                <a:ea typeface="Golos Text"/>
                <a:cs typeface="Golos Text"/>
                <a:sym typeface="Golos Text"/>
              </a:rPr>
              <a:t>Атрибуция [в процессе]</a:t>
            </a:r>
            <a:endParaRPr b="1">
              <a:latin typeface="Golos Text"/>
              <a:ea typeface="Golos Text"/>
              <a:cs typeface="Golos Text"/>
              <a:sym typeface="Golos Text"/>
            </a:endParaRPr>
          </a:p>
          <a:p>
            <a:pPr indent="0" lvl="0" marL="0" rtl="0" algn="ctr">
              <a:spcBef>
                <a:spcPts val="0"/>
              </a:spcBef>
              <a:spcAft>
                <a:spcPts val="0"/>
              </a:spcAft>
              <a:buNone/>
            </a:pPr>
            <a:r>
              <a:t/>
            </a:r>
            <a:endParaRPr>
              <a:latin typeface="Golos Text"/>
              <a:ea typeface="Golos Text"/>
              <a:cs typeface="Golos Text"/>
              <a:sym typeface="Golos Text"/>
            </a:endParaRPr>
          </a:p>
          <a:p>
            <a:pPr indent="0" lvl="0" marL="0" rtl="0" algn="ctr">
              <a:spcBef>
                <a:spcPts val="0"/>
              </a:spcBef>
              <a:spcAft>
                <a:spcPts val="0"/>
              </a:spcAft>
              <a:buNone/>
            </a:pPr>
            <a:r>
              <a:rPr lang="ru-RU">
                <a:latin typeface="Golos Text"/>
                <a:ea typeface="Golos Text"/>
                <a:cs typeface="Golos Text"/>
                <a:sym typeface="Golos Text"/>
              </a:rPr>
              <a:t>-  Определение авторства музыкального произведения по символьной нотации [MIDI]</a:t>
            </a:r>
            <a:endParaRPr>
              <a:latin typeface="Golos Text"/>
              <a:ea typeface="Golos Text"/>
              <a:cs typeface="Golos Text"/>
              <a:sym typeface="Golos Text"/>
            </a:endParaRPr>
          </a:p>
          <a:p>
            <a:pPr indent="0" lvl="0" marL="0" rtl="0" algn="ctr">
              <a:spcBef>
                <a:spcPts val="0"/>
              </a:spcBef>
              <a:spcAft>
                <a:spcPts val="0"/>
              </a:spcAft>
              <a:buNone/>
            </a:pPr>
            <a:r>
              <a:t/>
            </a:r>
            <a:endParaRPr>
              <a:latin typeface="Golos Text"/>
              <a:ea typeface="Golos Text"/>
              <a:cs typeface="Golos Text"/>
              <a:sym typeface="Golos Text"/>
            </a:endParaRPr>
          </a:p>
          <a:p>
            <a:pPr indent="0" lvl="0" marL="0" rtl="0" algn="ctr">
              <a:spcBef>
                <a:spcPts val="0"/>
              </a:spcBef>
              <a:spcAft>
                <a:spcPts val="0"/>
              </a:spcAft>
              <a:buNone/>
            </a:pPr>
            <a:r>
              <a:rPr lang="ru-RU">
                <a:latin typeface="Golos Text"/>
                <a:ea typeface="Golos Text"/>
                <a:cs typeface="Golos Text"/>
                <a:sym typeface="Golos Text"/>
              </a:rPr>
              <a:t>- Набор данных MusicNet</a:t>
            </a:r>
            <a:endParaRPr>
              <a:latin typeface="Golos Text"/>
              <a:ea typeface="Golos Text"/>
              <a:cs typeface="Golos Text"/>
              <a:sym typeface="Golos Text"/>
            </a:endParaRPr>
          </a:p>
        </p:txBody>
      </p:sp>
      <p:sp>
        <p:nvSpPr>
          <p:cNvPr id="223" name="Google Shape;223;g1f58dad81a1_0_353"/>
          <p:cNvSpPr/>
          <p:nvPr/>
        </p:nvSpPr>
        <p:spPr>
          <a:xfrm>
            <a:off x="4602325" y="1093150"/>
            <a:ext cx="4197900" cy="1746900"/>
          </a:xfrm>
          <a:prstGeom prst="roundRect">
            <a:avLst>
              <a:gd fmla="val 16667" name="adj"/>
            </a:avLst>
          </a:prstGeom>
          <a:solidFill>
            <a:srgbClr val="EAD1DC"/>
          </a:solidFill>
          <a:ln cap="flat" cmpd="sng" w="9525">
            <a:solidFill>
              <a:srgbClr val="FF00FF"/>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ru-RU">
                <a:latin typeface="Golos Text"/>
                <a:ea typeface="Golos Text"/>
                <a:cs typeface="Golos Text"/>
                <a:sym typeface="Golos Text"/>
              </a:rPr>
              <a:t>Автоматическая оркестрация</a:t>
            </a:r>
            <a:br>
              <a:rPr b="1" lang="ru-RU">
                <a:latin typeface="Golos Text"/>
                <a:ea typeface="Golos Text"/>
                <a:cs typeface="Golos Text"/>
                <a:sym typeface="Golos Text"/>
              </a:rPr>
            </a:br>
            <a:r>
              <a:rPr b="1" lang="ru-RU">
                <a:latin typeface="Golos Text"/>
                <a:ea typeface="Golos Text"/>
                <a:cs typeface="Golos Text"/>
                <a:sym typeface="Golos Text"/>
              </a:rPr>
              <a:t> [в процессе]</a:t>
            </a:r>
            <a:endParaRPr b="1">
              <a:latin typeface="Golos Text"/>
              <a:ea typeface="Golos Text"/>
              <a:cs typeface="Golos Text"/>
              <a:sym typeface="Golos Text"/>
            </a:endParaRPr>
          </a:p>
          <a:p>
            <a:pPr indent="0" lvl="0" marL="0" rtl="0" algn="ctr">
              <a:spcBef>
                <a:spcPts val="0"/>
              </a:spcBef>
              <a:spcAft>
                <a:spcPts val="0"/>
              </a:spcAft>
              <a:buNone/>
            </a:pPr>
            <a:r>
              <a:t/>
            </a:r>
            <a:endParaRPr>
              <a:latin typeface="Golos Text"/>
              <a:ea typeface="Golos Text"/>
              <a:cs typeface="Golos Text"/>
              <a:sym typeface="Golos Text"/>
            </a:endParaRPr>
          </a:p>
          <a:p>
            <a:pPr indent="0" lvl="0" marL="0" rtl="0" algn="ctr">
              <a:spcBef>
                <a:spcPts val="0"/>
              </a:spcBef>
              <a:spcAft>
                <a:spcPts val="0"/>
              </a:spcAft>
              <a:buNone/>
            </a:pPr>
            <a:r>
              <a:rPr lang="ru-RU">
                <a:latin typeface="Golos Text"/>
                <a:ea typeface="Golos Text"/>
                <a:cs typeface="Golos Text"/>
                <a:sym typeface="Golos Text"/>
              </a:rPr>
              <a:t>-  Сбор данных </a:t>
            </a:r>
            <a:br>
              <a:rPr lang="ru-RU">
                <a:latin typeface="Golos Text"/>
                <a:ea typeface="Golos Text"/>
                <a:cs typeface="Golos Text"/>
                <a:sym typeface="Golos Text"/>
              </a:rPr>
            </a:br>
            <a:r>
              <a:rPr lang="ru-RU">
                <a:latin typeface="Golos Text"/>
                <a:ea typeface="Golos Text"/>
                <a:cs typeface="Golos Text"/>
                <a:sym typeface="Golos Text"/>
              </a:rPr>
              <a:t>[Русский народный оркестр]</a:t>
            </a:r>
            <a:endParaRPr>
              <a:latin typeface="Golos Text"/>
              <a:ea typeface="Golos Text"/>
              <a:cs typeface="Golos Text"/>
              <a:sym typeface="Golos Text"/>
            </a:endParaRPr>
          </a:p>
          <a:p>
            <a:pPr indent="0" lvl="0" marL="0" rtl="0" algn="ctr">
              <a:spcBef>
                <a:spcPts val="0"/>
              </a:spcBef>
              <a:spcAft>
                <a:spcPts val="0"/>
              </a:spcAft>
              <a:buNone/>
            </a:pPr>
            <a:r>
              <a:rPr lang="ru-RU">
                <a:latin typeface="Golos Text"/>
                <a:ea typeface="Golos Text"/>
                <a:cs typeface="Golos Text"/>
                <a:sym typeface="Golos Text"/>
              </a:rPr>
              <a:t>- Проведение экспериментов на готовых, используя современные модели</a:t>
            </a:r>
            <a:endParaRPr>
              <a:latin typeface="Golos Text"/>
              <a:ea typeface="Golos Text"/>
              <a:cs typeface="Golos Text"/>
              <a:sym typeface="Golos Text"/>
            </a:endParaRPr>
          </a:p>
        </p:txBody>
      </p:sp>
      <p:sp>
        <p:nvSpPr>
          <p:cNvPr id="224" name="Google Shape;224;g1f58dad81a1_0_353"/>
          <p:cNvSpPr/>
          <p:nvPr/>
        </p:nvSpPr>
        <p:spPr>
          <a:xfrm>
            <a:off x="354188" y="3002950"/>
            <a:ext cx="4148700" cy="1746900"/>
          </a:xfrm>
          <a:prstGeom prst="roundRect">
            <a:avLst>
              <a:gd fmla="val 16667" name="adj"/>
            </a:avLst>
          </a:prstGeom>
          <a:solidFill>
            <a:srgbClr val="D9EAD3"/>
          </a:solidFill>
          <a:ln cap="flat" cmpd="sng" w="9525">
            <a:solidFill>
              <a:srgbClr val="00FF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ru-RU">
                <a:latin typeface="Golos Text"/>
                <a:ea typeface="Golos Text"/>
                <a:cs typeface="Golos Text"/>
                <a:sym typeface="Golos Text"/>
              </a:rPr>
              <a:t>Music Emotion Recognition</a:t>
            </a:r>
            <a:r>
              <a:rPr b="1" lang="ru-RU">
                <a:latin typeface="Golos Text"/>
                <a:ea typeface="Golos Text"/>
                <a:cs typeface="Golos Text"/>
                <a:sym typeface="Golos Text"/>
              </a:rPr>
              <a:t> [потенциально]</a:t>
            </a:r>
            <a:endParaRPr b="1">
              <a:latin typeface="Golos Text"/>
              <a:ea typeface="Golos Text"/>
              <a:cs typeface="Golos Text"/>
              <a:sym typeface="Golos Text"/>
            </a:endParaRPr>
          </a:p>
          <a:p>
            <a:pPr indent="0" lvl="0" marL="0" rtl="0" algn="ctr">
              <a:spcBef>
                <a:spcPts val="0"/>
              </a:spcBef>
              <a:spcAft>
                <a:spcPts val="0"/>
              </a:spcAft>
              <a:buNone/>
            </a:pPr>
            <a:r>
              <a:t/>
            </a:r>
            <a:endParaRPr>
              <a:latin typeface="Golos Text"/>
              <a:ea typeface="Golos Text"/>
              <a:cs typeface="Golos Text"/>
              <a:sym typeface="Golos Text"/>
            </a:endParaRPr>
          </a:p>
          <a:p>
            <a:pPr indent="0" lvl="0" marL="0" rtl="0" algn="ctr">
              <a:spcBef>
                <a:spcPts val="0"/>
              </a:spcBef>
              <a:spcAft>
                <a:spcPts val="0"/>
              </a:spcAft>
              <a:buNone/>
            </a:pPr>
            <a:r>
              <a:rPr lang="ru-RU">
                <a:latin typeface="Golos Text"/>
                <a:ea typeface="Golos Text"/>
                <a:cs typeface="Golos Text"/>
                <a:sym typeface="Golos Text"/>
              </a:rPr>
              <a:t>-  Создание мультимодальных систем </a:t>
            </a:r>
            <a:endParaRPr>
              <a:latin typeface="Golos Text"/>
              <a:ea typeface="Golos Text"/>
              <a:cs typeface="Golos Text"/>
              <a:sym typeface="Golos Text"/>
            </a:endParaRPr>
          </a:p>
          <a:p>
            <a:pPr indent="0" lvl="0" marL="0" rtl="0" algn="ctr">
              <a:spcBef>
                <a:spcPts val="0"/>
              </a:spcBef>
              <a:spcAft>
                <a:spcPts val="0"/>
              </a:spcAft>
              <a:buNone/>
            </a:pPr>
            <a:r>
              <a:t/>
            </a:r>
            <a:endParaRPr>
              <a:latin typeface="Golos Text"/>
              <a:ea typeface="Golos Text"/>
              <a:cs typeface="Golos Text"/>
              <a:sym typeface="Golos Text"/>
            </a:endParaRPr>
          </a:p>
          <a:p>
            <a:pPr indent="0" lvl="0" marL="0" rtl="0" algn="ctr">
              <a:spcBef>
                <a:spcPts val="0"/>
              </a:spcBef>
              <a:spcAft>
                <a:spcPts val="0"/>
              </a:spcAft>
              <a:buNone/>
            </a:pPr>
            <a:r>
              <a:rPr lang="ru-RU">
                <a:latin typeface="Golos Text"/>
                <a:ea typeface="Golos Text"/>
                <a:cs typeface="Golos Text"/>
                <a:sym typeface="Golos Text"/>
              </a:rPr>
              <a:t>- Может быть как задача классификации, так и задача </a:t>
            </a:r>
            <a:r>
              <a:rPr lang="ru-RU">
                <a:latin typeface="Golos Text"/>
                <a:ea typeface="Golos Text"/>
                <a:cs typeface="Golos Text"/>
                <a:sym typeface="Golos Text"/>
              </a:rPr>
              <a:t>регрессии</a:t>
            </a:r>
            <a:endParaRPr>
              <a:latin typeface="Golos Text"/>
              <a:ea typeface="Golos Text"/>
              <a:cs typeface="Golos Text"/>
              <a:sym typeface="Golos Text"/>
            </a:endParaRPr>
          </a:p>
        </p:txBody>
      </p:sp>
      <p:sp>
        <p:nvSpPr>
          <p:cNvPr id="225" name="Google Shape;225;g1f58dad81a1_0_353"/>
          <p:cNvSpPr/>
          <p:nvPr/>
        </p:nvSpPr>
        <p:spPr>
          <a:xfrm>
            <a:off x="4591913" y="3002950"/>
            <a:ext cx="4197900" cy="1746900"/>
          </a:xfrm>
          <a:prstGeom prst="roundRect">
            <a:avLst>
              <a:gd fmla="val 16667" name="adj"/>
            </a:avLst>
          </a:prstGeom>
          <a:solidFill>
            <a:srgbClr val="FCE5CD"/>
          </a:solidFill>
          <a:ln cap="flat" cmpd="sng" w="9525">
            <a:solidFill>
              <a:srgbClr val="FF99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ru-RU">
                <a:latin typeface="Golos Text"/>
                <a:ea typeface="Golos Text"/>
                <a:cs typeface="Golos Text"/>
                <a:sym typeface="Golos Text"/>
              </a:rPr>
              <a:t>Автоматическая музыкальная транскрипция </a:t>
            </a:r>
            <a:r>
              <a:rPr b="1" lang="ru-RU">
                <a:latin typeface="Golos Text"/>
                <a:ea typeface="Golos Text"/>
                <a:cs typeface="Golos Text"/>
                <a:sym typeface="Golos Text"/>
              </a:rPr>
              <a:t>[потенциально]</a:t>
            </a:r>
            <a:endParaRPr b="1">
              <a:latin typeface="Golos Text"/>
              <a:ea typeface="Golos Text"/>
              <a:cs typeface="Golos Text"/>
              <a:sym typeface="Golos Text"/>
            </a:endParaRPr>
          </a:p>
          <a:p>
            <a:pPr indent="0" lvl="0" marL="0" rtl="0" algn="ctr">
              <a:spcBef>
                <a:spcPts val="0"/>
              </a:spcBef>
              <a:spcAft>
                <a:spcPts val="0"/>
              </a:spcAft>
              <a:buNone/>
            </a:pPr>
            <a:r>
              <a:t/>
            </a:r>
            <a:endParaRPr>
              <a:latin typeface="Golos Text"/>
              <a:ea typeface="Golos Text"/>
              <a:cs typeface="Golos Text"/>
              <a:sym typeface="Golos Text"/>
            </a:endParaRPr>
          </a:p>
          <a:p>
            <a:pPr indent="0" lvl="0" marL="0" rtl="0" algn="ctr">
              <a:spcBef>
                <a:spcPts val="0"/>
              </a:spcBef>
              <a:spcAft>
                <a:spcPts val="0"/>
              </a:spcAft>
              <a:buNone/>
            </a:pPr>
            <a:r>
              <a:rPr lang="ru-RU">
                <a:latin typeface="Golos Text"/>
                <a:ea typeface="Golos Text"/>
                <a:cs typeface="Golos Text"/>
                <a:sym typeface="Golos Text"/>
              </a:rPr>
              <a:t>-  Дообучение различных предобученных систем </a:t>
            </a:r>
            <a:endParaRPr>
              <a:latin typeface="Golos Text"/>
              <a:ea typeface="Golos Text"/>
              <a:cs typeface="Golos Text"/>
              <a:sym typeface="Golos Text"/>
            </a:endParaRPr>
          </a:p>
          <a:p>
            <a:pPr indent="0" lvl="0" marL="0" rtl="0" algn="ctr">
              <a:spcBef>
                <a:spcPts val="0"/>
              </a:spcBef>
              <a:spcAft>
                <a:spcPts val="0"/>
              </a:spcAft>
              <a:buNone/>
            </a:pPr>
            <a:r>
              <a:rPr lang="ru-RU">
                <a:latin typeface="Golos Text"/>
                <a:ea typeface="Golos Text"/>
                <a:cs typeface="Golos Text"/>
                <a:sym typeface="Golos Text"/>
              </a:rPr>
              <a:t>- Обучение пайплайн систем</a:t>
            </a:r>
            <a:endParaRPr>
              <a:latin typeface="Golos Text"/>
              <a:ea typeface="Golos Text"/>
              <a:cs typeface="Golos Text"/>
              <a:sym typeface="Golos Tex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g1f58dad81a1_0_43"/>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3200"/>
              <a:buNone/>
            </a:pPr>
            <a:r>
              <a:rPr b="0" lang="ru-RU" sz="2200">
                <a:latin typeface="Golos Text"/>
                <a:ea typeface="Golos Text"/>
                <a:cs typeface="Golos Text"/>
                <a:sym typeface="Golos Text"/>
              </a:rPr>
              <a:t>Введение в математическую лингвистику</a:t>
            </a:r>
            <a:endParaRPr/>
          </a:p>
        </p:txBody>
      </p:sp>
      <p:sp>
        <p:nvSpPr>
          <p:cNvPr id="231" name="Google Shape;231;g1f58dad81a1_0_4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sp>
        <p:nvSpPr>
          <p:cNvPr id="232" name="Google Shape;232;g1f58dad81a1_0_43"/>
          <p:cNvSpPr txBox="1"/>
          <p:nvPr/>
        </p:nvSpPr>
        <p:spPr>
          <a:xfrm>
            <a:off x="106613" y="1006550"/>
            <a:ext cx="8925000" cy="3673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ru-RU">
                <a:solidFill>
                  <a:schemeClr val="accent1"/>
                </a:solidFill>
              </a:rPr>
              <a:t>Теория формальных языков</a:t>
            </a:r>
            <a:r>
              <a:rPr lang="ru-RU">
                <a:solidFill>
                  <a:schemeClr val="dk1"/>
                </a:solidFill>
              </a:rPr>
              <a:t> берет свое начало от работ </a:t>
            </a:r>
            <a:r>
              <a:rPr b="1" lang="ru-RU">
                <a:solidFill>
                  <a:schemeClr val="accent1"/>
                </a:solidFill>
              </a:rPr>
              <a:t>Н. Хомского</a:t>
            </a:r>
            <a:r>
              <a:rPr lang="ru-RU">
                <a:solidFill>
                  <a:schemeClr val="dk1"/>
                </a:solidFill>
              </a:rPr>
              <a:t>, который в середине пятидесятых годов ХХ века заложил основы теоретической лингвистики. Предложенная им идея порождающих грамматик для естественных языков нашла необыкновенно плодотворное развитие в области </a:t>
            </a:r>
            <a:r>
              <a:rPr b="1" lang="ru-RU">
                <a:solidFill>
                  <a:srgbClr val="9900FF"/>
                </a:solidFill>
              </a:rPr>
              <a:t>формального определения синтаксиса языков программирования</a:t>
            </a:r>
            <a:r>
              <a:rPr lang="ru-RU">
                <a:solidFill>
                  <a:schemeClr val="dk1"/>
                </a:solidFill>
              </a:rPr>
              <a:t>. Предложенная Дж. Бэкусом и П. Науром форма определения синтаксиса языков позволила дать формальное описание синтаксических конструкций языка программирования Алгол-60. Что в свою очередь позволило формализовать методы синтаксического анализа при проектировании компиляторов.</a:t>
            </a:r>
            <a:endParaRPr>
              <a:solidFill>
                <a:schemeClr val="dk1"/>
              </a:solidFill>
            </a:endParaRPr>
          </a:p>
          <a:p>
            <a:pPr indent="0" lvl="0" marL="0" rtl="0" algn="l">
              <a:lnSpc>
                <a:spcPct val="115000"/>
              </a:lnSpc>
              <a:spcBef>
                <a:spcPts val="1200"/>
              </a:spcBef>
              <a:spcAft>
                <a:spcPts val="1200"/>
              </a:spcAft>
              <a:buNone/>
            </a:pPr>
            <a:r>
              <a:rPr lang="ru-RU">
                <a:solidFill>
                  <a:schemeClr val="dk1"/>
                </a:solidFill>
              </a:rPr>
              <a:t>В настоящее время использование теории формальных языков и грамматик далеко вышло за границы области языков программирования. Широко используемые языки разметки документов и гипертекста, языки описания интерфейсов и языки спецификаций, языки описания аппаратуры, языки описания распределённых систем и коммуникационных протоколов требуют проектирования инструментов их анализа и, возможно, трансляции, в которых широко используются методы и алгоритмы из теории формальных языков и грамматик.</a:t>
            </a:r>
            <a:endParaRPr>
              <a:solidFill>
                <a:schemeClr val="dk1"/>
              </a:solidFill>
              <a:latin typeface="Lato"/>
              <a:ea typeface="Lato"/>
              <a:cs typeface="Lato"/>
              <a:sym typeface="Lato"/>
            </a:endParaRPr>
          </a:p>
        </p:txBody>
      </p:sp>
      <p:sp>
        <p:nvSpPr>
          <p:cNvPr id="233" name="Google Shape;233;g1f58dad81a1_0_43"/>
          <p:cNvSpPr txBox="1"/>
          <p:nvPr/>
        </p:nvSpPr>
        <p:spPr>
          <a:xfrm>
            <a:off x="-62237" y="4852475"/>
            <a:ext cx="86190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0" i="0" lang="ru-RU" sz="800" u="none" cap="none" strike="noStrike">
                <a:solidFill>
                  <a:schemeClr val="dk1"/>
                </a:solidFill>
                <a:latin typeface="Arial"/>
                <a:ea typeface="Arial"/>
                <a:cs typeface="Arial"/>
                <a:sym typeface="Arial"/>
              </a:rPr>
              <a:t>Лаздин А. В. Формальные языки, грамматики, автоматы – СПб: Университет ИТМО, 2019 – 99 с.</a:t>
            </a:r>
            <a:endParaRPr b="0" i="0" sz="800" u="none" cap="none" strike="noStrike">
              <a:solidFill>
                <a:schemeClr val="dk1"/>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g1f58dad81a1_0_52"/>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3200"/>
              <a:buNone/>
            </a:pPr>
            <a:r>
              <a:rPr b="0" lang="ru-RU" sz="2200">
                <a:latin typeface="Golos Text"/>
                <a:ea typeface="Golos Text"/>
                <a:cs typeface="Golos Text"/>
                <a:sym typeface="Golos Text"/>
              </a:rPr>
              <a:t>Введение в математическую лингвистику</a:t>
            </a:r>
            <a:endParaRPr/>
          </a:p>
        </p:txBody>
      </p:sp>
      <p:sp>
        <p:nvSpPr>
          <p:cNvPr id="239" name="Google Shape;239;g1f58dad81a1_0_5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sp>
        <p:nvSpPr>
          <p:cNvPr id="240" name="Google Shape;240;g1f58dad81a1_0_52"/>
          <p:cNvSpPr txBox="1"/>
          <p:nvPr/>
        </p:nvSpPr>
        <p:spPr>
          <a:xfrm>
            <a:off x="109500" y="833825"/>
            <a:ext cx="8925000" cy="3673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ru-RU" sz="1900">
                <a:solidFill>
                  <a:srgbClr val="00FF00"/>
                </a:solidFill>
                <a:latin typeface="Lato"/>
                <a:ea typeface="Lato"/>
                <a:cs typeface="Lato"/>
                <a:sym typeface="Lato"/>
              </a:rPr>
              <a:t>Алфавит </a:t>
            </a:r>
            <a:r>
              <a:rPr lang="ru-RU" sz="1900">
                <a:solidFill>
                  <a:srgbClr val="00FF00"/>
                </a:solidFill>
              </a:rPr>
              <a:t>Σ</a:t>
            </a:r>
            <a:r>
              <a:rPr lang="ru-RU" sz="1900">
                <a:solidFill>
                  <a:srgbClr val="FFFFFF"/>
                </a:solidFill>
              </a:rPr>
              <a:t> </a:t>
            </a:r>
            <a:r>
              <a:rPr lang="ru-RU" sz="1900">
                <a:solidFill>
                  <a:schemeClr val="dk1"/>
                </a:solidFill>
                <a:latin typeface="Lato"/>
                <a:ea typeface="Lato"/>
                <a:cs typeface="Lato"/>
                <a:sym typeface="Lato"/>
              </a:rPr>
              <a:t>- конечное непустое множество символов. Например, </a:t>
            </a:r>
            <a:r>
              <a:rPr lang="ru-RU" sz="1900">
                <a:solidFill>
                  <a:schemeClr val="dk1"/>
                </a:solidFill>
              </a:rPr>
              <a:t>Σ = </a:t>
            </a:r>
            <a:r>
              <a:rPr lang="ru-RU" sz="1900">
                <a:solidFill>
                  <a:schemeClr val="dk1"/>
                </a:solidFill>
                <a:latin typeface="Lato"/>
                <a:ea typeface="Lato"/>
                <a:cs typeface="Lato"/>
                <a:sym typeface="Lato"/>
              </a:rPr>
              <a:t>{a, b, c}.</a:t>
            </a:r>
            <a:endParaRPr sz="1900">
              <a:solidFill>
                <a:schemeClr val="dk1"/>
              </a:solidFill>
              <a:latin typeface="Lato"/>
              <a:ea typeface="Lato"/>
              <a:cs typeface="Lato"/>
              <a:sym typeface="Lato"/>
            </a:endParaRPr>
          </a:p>
          <a:p>
            <a:pPr indent="0" lvl="0" marL="0" rtl="0" algn="l">
              <a:lnSpc>
                <a:spcPct val="115000"/>
              </a:lnSpc>
              <a:spcBef>
                <a:spcPts val="1200"/>
              </a:spcBef>
              <a:spcAft>
                <a:spcPts val="0"/>
              </a:spcAft>
              <a:buNone/>
            </a:pPr>
            <a:r>
              <a:rPr lang="ru-RU" sz="1900">
                <a:solidFill>
                  <a:schemeClr val="dk1"/>
                </a:solidFill>
                <a:latin typeface="Lato"/>
                <a:ea typeface="Lato"/>
                <a:cs typeface="Lato"/>
                <a:sym typeface="Lato"/>
              </a:rPr>
              <a:t>Всякая конечная последовательность символов из заданного алфавита называется </a:t>
            </a:r>
            <a:r>
              <a:rPr lang="ru-RU" sz="1900">
                <a:solidFill>
                  <a:srgbClr val="00FF00"/>
                </a:solidFill>
                <a:latin typeface="Lato"/>
                <a:ea typeface="Lato"/>
                <a:cs typeface="Lato"/>
                <a:sym typeface="Lato"/>
              </a:rPr>
              <a:t>цепочкой</a:t>
            </a:r>
            <a:r>
              <a:rPr lang="ru-RU" sz="1900">
                <a:solidFill>
                  <a:srgbClr val="FFFFFF"/>
                </a:solidFill>
                <a:latin typeface="Lato"/>
                <a:ea typeface="Lato"/>
                <a:cs typeface="Lato"/>
                <a:sym typeface="Lato"/>
              </a:rPr>
              <a:t>.</a:t>
            </a:r>
            <a:r>
              <a:rPr lang="ru-RU" sz="1900">
                <a:solidFill>
                  <a:schemeClr val="dk1"/>
                </a:solidFill>
                <a:latin typeface="Lato"/>
                <a:ea typeface="Lato"/>
                <a:cs typeface="Lato"/>
                <a:sym typeface="Lato"/>
              </a:rPr>
              <a:t> Например, α = aab, β = bba, γ = cab. </a:t>
            </a:r>
            <a:endParaRPr sz="1900">
              <a:solidFill>
                <a:schemeClr val="dk1"/>
              </a:solidFill>
              <a:latin typeface="Lato"/>
              <a:ea typeface="Lato"/>
              <a:cs typeface="Lato"/>
              <a:sym typeface="Lato"/>
            </a:endParaRPr>
          </a:p>
          <a:p>
            <a:pPr indent="0" lvl="0" marL="0" rtl="0" algn="l">
              <a:lnSpc>
                <a:spcPct val="115000"/>
              </a:lnSpc>
              <a:spcBef>
                <a:spcPts val="1200"/>
              </a:spcBef>
              <a:spcAft>
                <a:spcPts val="0"/>
              </a:spcAft>
              <a:buNone/>
            </a:pPr>
            <a:r>
              <a:rPr lang="ru-RU" sz="1900">
                <a:solidFill>
                  <a:schemeClr val="dk1"/>
                </a:solidFill>
                <a:latin typeface="Lato"/>
                <a:ea typeface="Lato"/>
                <a:cs typeface="Lato"/>
                <a:sym typeface="Lato"/>
              </a:rPr>
              <a:t>Операция </a:t>
            </a:r>
            <a:r>
              <a:rPr lang="ru-RU" sz="1900">
                <a:solidFill>
                  <a:srgbClr val="00FF00"/>
                </a:solidFill>
                <a:latin typeface="Lato"/>
                <a:ea typeface="Lato"/>
                <a:cs typeface="Lato"/>
                <a:sym typeface="Lato"/>
              </a:rPr>
              <a:t>конкатенации</a:t>
            </a:r>
            <a:r>
              <a:rPr lang="ru-RU" sz="1900">
                <a:solidFill>
                  <a:srgbClr val="FFFFFF"/>
                </a:solidFill>
                <a:latin typeface="Lato"/>
                <a:ea typeface="Lato"/>
                <a:cs typeface="Lato"/>
                <a:sym typeface="Lato"/>
              </a:rPr>
              <a:t>: </a:t>
            </a:r>
            <a:r>
              <a:rPr lang="ru-RU" sz="1900">
                <a:solidFill>
                  <a:srgbClr val="FF0000"/>
                </a:solidFill>
                <a:latin typeface="Lato"/>
                <a:ea typeface="Lato"/>
                <a:cs typeface="Lato"/>
                <a:sym typeface="Lato"/>
              </a:rPr>
              <a:t>α</a:t>
            </a:r>
            <a:r>
              <a:rPr lang="ru-RU" sz="1900">
                <a:solidFill>
                  <a:srgbClr val="FF9900"/>
                </a:solidFill>
                <a:latin typeface="Lato"/>
                <a:ea typeface="Lato"/>
                <a:cs typeface="Lato"/>
                <a:sym typeface="Lato"/>
              </a:rPr>
              <a:t>β</a:t>
            </a:r>
            <a:r>
              <a:rPr lang="ru-RU" sz="1900">
                <a:solidFill>
                  <a:srgbClr val="FFFFFF"/>
                </a:solidFill>
                <a:latin typeface="Lato"/>
                <a:ea typeface="Lato"/>
                <a:cs typeface="Lato"/>
                <a:sym typeface="Lato"/>
              </a:rPr>
              <a:t> </a:t>
            </a:r>
            <a:r>
              <a:rPr lang="ru-RU" sz="1900">
                <a:solidFill>
                  <a:schemeClr val="dk1"/>
                </a:solidFill>
                <a:latin typeface="Lato"/>
                <a:ea typeface="Lato"/>
                <a:cs typeface="Lato"/>
                <a:sym typeface="Lato"/>
              </a:rPr>
              <a:t>=</a:t>
            </a:r>
            <a:r>
              <a:rPr lang="ru-RU" sz="1900">
                <a:solidFill>
                  <a:srgbClr val="FFFFFF"/>
                </a:solidFill>
                <a:latin typeface="Lato"/>
                <a:ea typeface="Lato"/>
                <a:cs typeface="Lato"/>
                <a:sym typeface="Lato"/>
              </a:rPr>
              <a:t> </a:t>
            </a:r>
            <a:r>
              <a:rPr lang="ru-RU" sz="1900">
                <a:solidFill>
                  <a:srgbClr val="FF0000"/>
                </a:solidFill>
                <a:latin typeface="Lato"/>
                <a:ea typeface="Lato"/>
                <a:cs typeface="Lato"/>
                <a:sym typeface="Lato"/>
              </a:rPr>
              <a:t>aab</a:t>
            </a:r>
            <a:r>
              <a:rPr lang="ru-RU" sz="1900">
                <a:solidFill>
                  <a:srgbClr val="FF9900"/>
                </a:solidFill>
                <a:latin typeface="Lato"/>
                <a:ea typeface="Lato"/>
                <a:cs typeface="Lato"/>
                <a:sym typeface="Lato"/>
              </a:rPr>
              <a:t>bba</a:t>
            </a:r>
            <a:endParaRPr sz="1900">
              <a:solidFill>
                <a:srgbClr val="FF9900"/>
              </a:solidFill>
              <a:latin typeface="Lato"/>
              <a:ea typeface="Lato"/>
              <a:cs typeface="Lato"/>
              <a:sym typeface="Lato"/>
            </a:endParaRPr>
          </a:p>
          <a:p>
            <a:pPr indent="0" lvl="0" marL="0" rtl="0" algn="l">
              <a:lnSpc>
                <a:spcPct val="115000"/>
              </a:lnSpc>
              <a:spcBef>
                <a:spcPts val="1200"/>
              </a:spcBef>
              <a:spcAft>
                <a:spcPts val="0"/>
              </a:spcAft>
              <a:buNone/>
            </a:pPr>
            <a:r>
              <a:rPr lang="ru-RU" sz="1900">
                <a:solidFill>
                  <a:schemeClr val="dk1"/>
                </a:solidFill>
                <a:latin typeface="Lato"/>
                <a:ea typeface="Lato"/>
                <a:cs typeface="Lato"/>
                <a:sym typeface="Lato"/>
              </a:rPr>
              <a:t>Символом</a:t>
            </a:r>
            <a:r>
              <a:rPr lang="ru-RU" sz="1900">
                <a:solidFill>
                  <a:srgbClr val="FFFFFF"/>
                </a:solidFill>
                <a:latin typeface="Lato"/>
                <a:ea typeface="Lato"/>
                <a:cs typeface="Lato"/>
                <a:sym typeface="Lato"/>
              </a:rPr>
              <a:t> </a:t>
            </a:r>
            <a:r>
              <a:rPr lang="ru-RU" sz="1900">
                <a:solidFill>
                  <a:srgbClr val="00FF00"/>
                </a:solidFill>
                <a:latin typeface="Lato"/>
                <a:ea typeface="Lato"/>
                <a:cs typeface="Lato"/>
                <a:sym typeface="Lato"/>
              </a:rPr>
              <a:t>ε</a:t>
            </a:r>
            <a:r>
              <a:rPr lang="ru-RU" sz="1900">
                <a:solidFill>
                  <a:srgbClr val="FFFFFF"/>
                </a:solidFill>
                <a:latin typeface="Lato"/>
                <a:ea typeface="Lato"/>
                <a:cs typeface="Lato"/>
                <a:sym typeface="Lato"/>
              </a:rPr>
              <a:t> </a:t>
            </a:r>
            <a:r>
              <a:rPr lang="ru-RU" sz="1900">
                <a:solidFill>
                  <a:schemeClr val="dk1"/>
                </a:solidFill>
                <a:latin typeface="Lato"/>
                <a:ea typeface="Lato"/>
                <a:cs typeface="Lato"/>
                <a:sym typeface="Lato"/>
              </a:rPr>
              <a:t>будем обозначать</a:t>
            </a:r>
            <a:r>
              <a:rPr lang="ru-RU" sz="1900">
                <a:solidFill>
                  <a:srgbClr val="FFFFFF"/>
                </a:solidFill>
                <a:latin typeface="Lato"/>
                <a:ea typeface="Lato"/>
                <a:cs typeface="Lato"/>
                <a:sym typeface="Lato"/>
              </a:rPr>
              <a:t> </a:t>
            </a:r>
            <a:r>
              <a:rPr lang="ru-RU" sz="1900">
                <a:solidFill>
                  <a:srgbClr val="00FF00"/>
                </a:solidFill>
                <a:latin typeface="Lato"/>
                <a:ea typeface="Lato"/>
                <a:cs typeface="Lato"/>
                <a:sym typeface="Lato"/>
              </a:rPr>
              <a:t>пустую цепочку</a:t>
            </a:r>
            <a:r>
              <a:rPr lang="ru-RU" sz="1900">
                <a:solidFill>
                  <a:srgbClr val="FFFFFF"/>
                </a:solidFill>
                <a:latin typeface="Lato"/>
                <a:ea typeface="Lato"/>
                <a:cs typeface="Lato"/>
                <a:sym typeface="Lato"/>
              </a:rPr>
              <a:t>,</a:t>
            </a:r>
            <a:r>
              <a:rPr lang="ru-RU" sz="1900">
                <a:solidFill>
                  <a:schemeClr val="dk1"/>
                </a:solidFill>
                <a:latin typeface="Lato"/>
                <a:ea typeface="Lato"/>
                <a:cs typeface="Lato"/>
                <a:sym typeface="Lato"/>
              </a:rPr>
              <a:t> т. е. цепочку, не содержащую ни одного символа. Очевидно, что α = εα = αε = εαε.</a:t>
            </a:r>
            <a:endParaRPr sz="1900">
              <a:solidFill>
                <a:schemeClr val="dk1"/>
              </a:solidFill>
              <a:latin typeface="Lato"/>
              <a:ea typeface="Lato"/>
              <a:cs typeface="Lato"/>
              <a:sym typeface="Lato"/>
            </a:endParaRPr>
          </a:p>
          <a:p>
            <a:pPr indent="0" lvl="0" marL="0" rtl="0" algn="l">
              <a:lnSpc>
                <a:spcPct val="115000"/>
              </a:lnSpc>
              <a:spcBef>
                <a:spcPts val="1200"/>
              </a:spcBef>
              <a:spcAft>
                <a:spcPts val="0"/>
              </a:spcAft>
              <a:buNone/>
            </a:pPr>
            <a:r>
              <a:rPr lang="ru-RU" sz="1900">
                <a:solidFill>
                  <a:srgbClr val="00FF00"/>
                </a:solidFill>
                <a:latin typeface="Lato"/>
                <a:ea typeface="Lato"/>
                <a:cs typeface="Lato"/>
                <a:sym typeface="Lato"/>
              </a:rPr>
              <a:t>Степень цепочки</a:t>
            </a:r>
            <a:r>
              <a:rPr lang="ru-RU" sz="1900">
                <a:solidFill>
                  <a:schemeClr val="dk1"/>
                </a:solidFill>
                <a:latin typeface="Lato"/>
                <a:ea typeface="Lato"/>
                <a:cs typeface="Lato"/>
                <a:sym typeface="Lato"/>
              </a:rPr>
              <a:t> определяется следующим образом: пусть a – цепочка, тогда α**0 = ε – пустая цепочка, α**1 = α, α**5 = ααααα.</a:t>
            </a:r>
            <a:endParaRPr sz="1900">
              <a:solidFill>
                <a:srgbClr val="FFFFFF"/>
              </a:solidFill>
              <a:latin typeface="Lato"/>
              <a:ea typeface="Lato"/>
              <a:cs typeface="Lato"/>
              <a:sym typeface="Lato"/>
            </a:endParaRPr>
          </a:p>
        </p:txBody>
      </p:sp>
      <p:sp>
        <p:nvSpPr>
          <p:cNvPr id="241" name="Google Shape;241;g1f58dad81a1_0_52"/>
          <p:cNvSpPr txBox="1"/>
          <p:nvPr/>
        </p:nvSpPr>
        <p:spPr>
          <a:xfrm>
            <a:off x="-62237" y="4852475"/>
            <a:ext cx="86190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0" i="0" lang="ru-RU" sz="800" u="none" cap="none" strike="noStrike">
                <a:solidFill>
                  <a:schemeClr val="dk1"/>
                </a:solidFill>
                <a:latin typeface="Arial"/>
                <a:ea typeface="Arial"/>
                <a:cs typeface="Arial"/>
                <a:sym typeface="Arial"/>
              </a:rPr>
              <a:t>Лаздин А. В. Формальные языки, грамматики, автоматы – СПб: Университет ИТМО, 2019 – 99 с.</a:t>
            </a:r>
            <a:endParaRPr b="0" i="0" sz="800" u="none" cap="none" strike="noStrike">
              <a:solidFill>
                <a:schemeClr val="dk1"/>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g1f58dad81a1_0_57"/>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3200"/>
              <a:buNone/>
            </a:pPr>
            <a:r>
              <a:rPr b="0" lang="ru-RU" sz="2200">
                <a:latin typeface="Golos Text"/>
                <a:ea typeface="Golos Text"/>
                <a:cs typeface="Golos Text"/>
                <a:sym typeface="Golos Text"/>
              </a:rPr>
              <a:t>Грамматики и языки</a:t>
            </a:r>
            <a:endParaRPr/>
          </a:p>
        </p:txBody>
      </p:sp>
      <p:sp>
        <p:nvSpPr>
          <p:cNvPr id="247" name="Google Shape;247;g1f58dad81a1_0_5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sp>
        <p:nvSpPr>
          <p:cNvPr id="248" name="Google Shape;248;g1f58dad81a1_0_57"/>
          <p:cNvSpPr txBox="1"/>
          <p:nvPr/>
        </p:nvSpPr>
        <p:spPr>
          <a:xfrm>
            <a:off x="53450" y="1147825"/>
            <a:ext cx="5729100" cy="1885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ru-RU" sz="1200">
                <a:solidFill>
                  <a:schemeClr val="dk1"/>
                </a:solidFill>
                <a:latin typeface="Lato"/>
                <a:ea typeface="Lato"/>
                <a:cs typeface="Lato"/>
                <a:sym typeface="Lato"/>
              </a:rPr>
              <a:t>Порождающей грамматикой</a:t>
            </a:r>
            <a:r>
              <a:rPr lang="ru-RU" sz="1200">
                <a:solidFill>
                  <a:schemeClr val="dk1"/>
                </a:solidFill>
                <a:latin typeface="Lato"/>
                <a:ea typeface="Lato"/>
                <a:cs typeface="Lato"/>
                <a:sym typeface="Lato"/>
              </a:rPr>
              <a:t> называется четверка, или кортеж G = (VT, VN, P, S), где</a:t>
            </a:r>
            <a:endParaRPr sz="1200">
              <a:solidFill>
                <a:schemeClr val="dk1"/>
              </a:solidFill>
              <a:latin typeface="Lato"/>
              <a:ea typeface="Lato"/>
              <a:cs typeface="Lato"/>
              <a:sym typeface="Lato"/>
            </a:endParaRPr>
          </a:p>
          <a:p>
            <a:pPr indent="457200" lvl="0" marL="0" rtl="0" algn="l">
              <a:lnSpc>
                <a:spcPct val="115000"/>
              </a:lnSpc>
              <a:spcBef>
                <a:spcPts val="1200"/>
              </a:spcBef>
              <a:spcAft>
                <a:spcPts val="0"/>
              </a:spcAft>
              <a:buNone/>
            </a:pPr>
            <a:r>
              <a:rPr lang="ru-RU" sz="1200">
                <a:solidFill>
                  <a:schemeClr val="dk1"/>
                </a:solidFill>
                <a:latin typeface="Lato"/>
                <a:ea typeface="Lato"/>
                <a:cs typeface="Lato"/>
                <a:sym typeface="Lato"/>
              </a:rPr>
              <a:t>VT – множество </a:t>
            </a:r>
            <a:r>
              <a:rPr b="1" lang="ru-RU" sz="1200">
                <a:solidFill>
                  <a:schemeClr val="dk1"/>
                </a:solidFill>
                <a:latin typeface="Lato"/>
                <a:ea typeface="Lato"/>
                <a:cs typeface="Lato"/>
                <a:sym typeface="Lato"/>
              </a:rPr>
              <a:t>терминальных</a:t>
            </a:r>
            <a:r>
              <a:rPr lang="ru-RU" sz="1200">
                <a:solidFill>
                  <a:schemeClr val="dk1"/>
                </a:solidFill>
                <a:latin typeface="Lato"/>
                <a:ea typeface="Lato"/>
                <a:cs typeface="Lato"/>
                <a:sym typeface="Lato"/>
              </a:rPr>
              <a:t> символов грамматики;</a:t>
            </a:r>
            <a:endParaRPr sz="1200">
              <a:solidFill>
                <a:schemeClr val="dk1"/>
              </a:solidFill>
              <a:latin typeface="Lato"/>
              <a:ea typeface="Lato"/>
              <a:cs typeface="Lato"/>
              <a:sym typeface="Lato"/>
            </a:endParaRPr>
          </a:p>
          <a:p>
            <a:pPr indent="457200" lvl="0" marL="0" rtl="0" algn="l">
              <a:lnSpc>
                <a:spcPct val="115000"/>
              </a:lnSpc>
              <a:spcBef>
                <a:spcPts val="1200"/>
              </a:spcBef>
              <a:spcAft>
                <a:spcPts val="0"/>
              </a:spcAft>
              <a:buNone/>
            </a:pPr>
            <a:r>
              <a:rPr lang="ru-RU" sz="1200">
                <a:solidFill>
                  <a:schemeClr val="dk1"/>
                </a:solidFill>
                <a:latin typeface="Lato"/>
                <a:ea typeface="Lato"/>
                <a:cs typeface="Lato"/>
                <a:sym typeface="Lato"/>
              </a:rPr>
              <a:t>VN – множество </a:t>
            </a:r>
            <a:r>
              <a:rPr b="1" lang="ru-RU" sz="1200">
                <a:solidFill>
                  <a:schemeClr val="dk1"/>
                </a:solidFill>
                <a:latin typeface="Lato"/>
                <a:ea typeface="Lato"/>
                <a:cs typeface="Lato"/>
                <a:sym typeface="Lato"/>
              </a:rPr>
              <a:t>нетерминальных</a:t>
            </a:r>
            <a:r>
              <a:rPr lang="ru-RU" sz="1200">
                <a:solidFill>
                  <a:schemeClr val="dk1"/>
                </a:solidFill>
                <a:latin typeface="Lato"/>
                <a:ea typeface="Lato"/>
                <a:cs typeface="Lato"/>
                <a:sym typeface="Lato"/>
              </a:rPr>
              <a:t> символов грамматики;</a:t>
            </a:r>
            <a:endParaRPr sz="1200">
              <a:solidFill>
                <a:schemeClr val="dk1"/>
              </a:solidFill>
              <a:latin typeface="Lato"/>
              <a:ea typeface="Lato"/>
              <a:cs typeface="Lato"/>
              <a:sym typeface="Lato"/>
            </a:endParaRPr>
          </a:p>
          <a:p>
            <a:pPr indent="457200" lvl="0" marL="0" rtl="0" algn="l">
              <a:lnSpc>
                <a:spcPct val="115000"/>
              </a:lnSpc>
              <a:spcBef>
                <a:spcPts val="1200"/>
              </a:spcBef>
              <a:spcAft>
                <a:spcPts val="0"/>
              </a:spcAft>
              <a:buNone/>
            </a:pPr>
            <a:r>
              <a:rPr lang="ru-RU" sz="1200">
                <a:solidFill>
                  <a:schemeClr val="dk1"/>
                </a:solidFill>
                <a:latin typeface="Lato"/>
                <a:ea typeface="Lato"/>
                <a:cs typeface="Lato"/>
                <a:sym typeface="Lato"/>
              </a:rPr>
              <a:t>P – непустое конечное множество </a:t>
            </a:r>
            <a:r>
              <a:rPr b="1" lang="ru-RU" sz="1200">
                <a:solidFill>
                  <a:schemeClr val="dk1"/>
                </a:solidFill>
                <a:latin typeface="Lato"/>
                <a:ea typeface="Lato"/>
                <a:cs typeface="Lato"/>
                <a:sym typeface="Lato"/>
              </a:rPr>
              <a:t>правил</a:t>
            </a:r>
            <a:r>
              <a:rPr lang="ru-RU" sz="1200">
                <a:solidFill>
                  <a:schemeClr val="dk1"/>
                </a:solidFill>
                <a:latin typeface="Lato"/>
                <a:ea typeface="Lato"/>
                <a:cs typeface="Lato"/>
                <a:sym typeface="Lato"/>
              </a:rPr>
              <a:t> грамматики;</a:t>
            </a:r>
            <a:endParaRPr sz="1200">
              <a:solidFill>
                <a:schemeClr val="dk1"/>
              </a:solidFill>
              <a:latin typeface="Lato"/>
              <a:ea typeface="Lato"/>
              <a:cs typeface="Lato"/>
              <a:sym typeface="Lato"/>
            </a:endParaRPr>
          </a:p>
          <a:p>
            <a:pPr indent="457200" lvl="0" marL="0" rtl="0" algn="l">
              <a:lnSpc>
                <a:spcPct val="115000"/>
              </a:lnSpc>
              <a:spcBef>
                <a:spcPts val="1200"/>
              </a:spcBef>
              <a:spcAft>
                <a:spcPts val="1200"/>
              </a:spcAft>
              <a:buNone/>
            </a:pPr>
            <a:r>
              <a:rPr lang="ru-RU" sz="1200">
                <a:solidFill>
                  <a:schemeClr val="dk1"/>
                </a:solidFill>
                <a:latin typeface="Lato"/>
                <a:ea typeface="Lato"/>
                <a:cs typeface="Lato"/>
                <a:sym typeface="Lato"/>
              </a:rPr>
              <a:t>S – </a:t>
            </a:r>
            <a:r>
              <a:rPr b="1" lang="ru-RU" sz="1200">
                <a:solidFill>
                  <a:schemeClr val="dk1"/>
                </a:solidFill>
                <a:latin typeface="Lato"/>
                <a:ea typeface="Lato"/>
                <a:cs typeface="Lato"/>
                <a:sym typeface="Lato"/>
              </a:rPr>
              <a:t>начальный</a:t>
            </a:r>
            <a:r>
              <a:rPr lang="ru-RU" sz="1200">
                <a:solidFill>
                  <a:schemeClr val="dk1"/>
                </a:solidFill>
                <a:latin typeface="Lato"/>
                <a:ea typeface="Lato"/>
                <a:cs typeface="Lato"/>
                <a:sym typeface="Lato"/>
              </a:rPr>
              <a:t> символ грамматики, S ∈ VN.</a:t>
            </a:r>
            <a:endParaRPr sz="1200">
              <a:solidFill>
                <a:schemeClr val="dk1"/>
              </a:solidFill>
              <a:latin typeface="Lato"/>
              <a:ea typeface="Lato"/>
              <a:cs typeface="Lato"/>
              <a:sym typeface="Lato"/>
            </a:endParaRPr>
          </a:p>
        </p:txBody>
      </p:sp>
      <p:sp>
        <p:nvSpPr>
          <p:cNvPr id="249" name="Google Shape;249;g1f58dad81a1_0_57"/>
          <p:cNvSpPr txBox="1"/>
          <p:nvPr/>
        </p:nvSpPr>
        <p:spPr>
          <a:xfrm>
            <a:off x="96225" y="3239313"/>
            <a:ext cx="3621600" cy="1160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b="1" i="0" lang="ru-RU" sz="1200" u="none" cap="none" strike="noStrike">
                <a:solidFill>
                  <a:schemeClr val="dk1"/>
                </a:solidFill>
                <a:latin typeface="Lato"/>
                <a:ea typeface="Lato"/>
                <a:cs typeface="Lato"/>
                <a:sym typeface="Lato"/>
              </a:rPr>
              <a:t>Язык</a:t>
            </a:r>
            <a:r>
              <a:rPr b="0" i="0" lang="ru-RU" sz="1200" u="none" cap="none" strike="noStrike">
                <a:solidFill>
                  <a:schemeClr val="dk1"/>
                </a:solidFill>
                <a:latin typeface="Lato"/>
                <a:ea typeface="Lato"/>
                <a:cs typeface="Lato"/>
                <a:sym typeface="Lato"/>
              </a:rPr>
              <a:t>, порождаемый грамматикой G, есть подмножество всех цепочек из VT* и определяется следующим образом:</a:t>
            </a:r>
            <a:endParaRPr b="0" i="0" sz="1200" u="none" cap="none" strike="noStrike">
              <a:solidFill>
                <a:schemeClr val="dk1"/>
              </a:solidFill>
              <a:latin typeface="Lato"/>
              <a:ea typeface="Lato"/>
              <a:cs typeface="Lato"/>
              <a:sym typeface="Lato"/>
            </a:endParaRPr>
          </a:p>
          <a:p>
            <a:pPr indent="0" lvl="0" marL="0" marR="0" rtl="0" algn="l">
              <a:lnSpc>
                <a:spcPct val="115000"/>
              </a:lnSpc>
              <a:spcBef>
                <a:spcPts val="1200"/>
              </a:spcBef>
              <a:spcAft>
                <a:spcPts val="1200"/>
              </a:spcAft>
              <a:buClr>
                <a:srgbClr val="000000"/>
              </a:buClr>
              <a:buSzPts val="1200"/>
              <a:buFont typeface="Arial"/>
              <a:buNone/>
            </a:pPr>
            <a:r>
              <a:rPr b="0" i="0" lang="ru-RU" sz="1200" u="none" cap="none" strike="noStrike">
                <a:solidFill>
                  <a:schemeClr val="dk1"/>
                </a:solidFill>
                <a:latin typeface="Lato"/>
                <a:ea typeface="Lato"/>
                <a:cs typeface="Lato"/>
                <a:sym typeface="Lato"/>
              </a:rPr>
              <a:t>L(G) = {α ∈ VT* | S ⇒∗ α}.</a:t>
            </a:r>
            <a:endParaRPr b="0" i="0" sz="1200" u="none" cap="none" strike="noStrike">
              <a:solidFill>
                <a:schemeClr val="dk1"/>
              </a:solidFill>
              <a:latin typeface="Lato"/>
              <a:ea typeface="Lato"/>
              <a:cs typeface="Lato"/>
              <a:sym typeface="Lato"/>
            </a:endParaRPr>
          </a:p>
        </p:txBody>
      </p:sp>
      <p:pic>
        <p:nvPicPr>
          <p:cNvPr id="250" name="Google Shape;250;g1f58dad81a1_0_57"/>
          <p:cNvPicPr preferRelativeResize="0"/>
          <p:nvPr/>
        </p:nvPicPr>
        <p:blipFill rotWithShape="1">
          <a:blip r:embed="rId3">
            <a:alphaModFix/>
          </a:blip>
          <a:srcRect b="0" l="0" r="0" t="0"/>
          <a:stretch/>
        </p:blipFill>
        <p:spPr>
          <a:xfrm>
            <a:off x="3581725" y="3119475"/>
            <a:ext cx="5236624" cy="1768400"/>
          </a:xfrm>
          <a:prstGeom prst="rect">
            <a:avLst/>
          </a:prstGeom>
          <a:noFill/>
          <a:ln>
            <a:noFill/>
          </a:ln>
        </p:spPr>
      </p:pic>
      <p:sp>
        <p:nvSpPr>
          <p:cNvPr id="251" name="Google Shape;251;g1f58dad81a1_0_57"/>
          <p:cNvSpPr txBox="1"/>
          <p:nvPr/>
        </p:nvSpPr>
        <p:spPr>
          <a:xfrm>
            <a:off x="-62237" y="4852475"/>
            <a:ext cx="86190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0" i="0" lang="ru-RU" sz="800" u="none" cap="none" strike="noStrike">
                <a:solidFill>
                  <a:schemeClr val="dk1"/>
                </a:solidFill>
                <a:latin typeface="Arial"/>
                <a:ea typeface="Arial"/>
                <a:cs typeface="Arial"/>
                <a:sym typeface="Arial"/>
              </a:rPr>
              <a:t>Лаздин А. В. Формальные языки, грамматики, автоматы – СПб: Университет ИТМО, 2019 – 99 с.</a:t>
            </a:r>
            <a:endParaRPr b="0" i="0" sz="800" u="none" cap="none" strike="noStrike">
              <a:solidFill>
                <a:schemeClr val="dk1"/>
              </a:solidFill>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g1f58dad81a1_0_62"/>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3200"/>
              <a:buFont typeface="Arial"/>
              <a:buNone/>
            </a:pPr>
            <a:r>
              <a:rPr b="0" lang="ru-RU" sz="2200">
                <a:latin typeface="Golos Text"/>
                <a:ea typeface="Golos Text"/>
                <a:cs typeface="Golos Text"/>
                <a:sym typeface="Golos Text"/>
              </a:rPr>
              <a:t>Грамматики и языки. Пример для ЕЯ.</a:t>
            </a:r>
            <a:endParaRPr/>
          </a:p>
        </p:txBody>
      </p:sp>
      <p:sp>
        <p:nvSpPr>
          <p:cNvPr id="257" name="Google Shape;257;g1f58dad81a1_0_6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sp>
        <p:nvSpPr>
          <p:cNvPr id="258" name="Google Shape;258;g1f58dad81a1_0_62"/>
          <p:cNvSpPr txBox="1"/>
          <p:nvPr/>
        </p:nvSpPr>
        <p:spPr>
          <a:xfrm>
            <a:off x="0" y="1012375"/>
            <a:ext cx="7514100" cy="3365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ru-RU" sz="1300">
                <a:solidFill>
                  <a:schemeClr val="dk1"/>
                </a:solidFill>
                <a:latin typeface="Lato"/>
                <a:ea typeface="Lato"/>
                <a:cs typeface="Lato"/>
                <a:sym typeface="Lato"/>
              </a:rPr>
              <a:t>Порождающая  грамматика G:</a:t>
            </a:r>
            <a:endParaRPr sz="1300">
              <a:solidFill>
                <a:schemeClr val="dk1"/>
              </a:solidFill>
              <a:latin typeface="Lato"/>
              <a:ea typeface="Lato"/>
              <a:cs typeface="Lato"/>
              <a:sym typeface="Lato"/>
            </a:endParaRPr>
          </a:p>
          <a:p>
            <a:pPr indent="0" lvl="0" marL="0" rtl="0" algn="l">
              <a:lnSpc>
                <a:spcPct val="115000"/>
              </a:lnSpc>
              <a:spcBef>
                <a:spcPts val="1200"/>
              </a:spcBef>
              <a:spcAft>
                <a:spcPts val="0"/>
              </a:spcAft>
              <a:buNone/>
            </a:pPr>
            <a:r>
              <a:rPr lang="ru-RU" sz="1300">
                <a:solidFill>
                  <a:schemeClr val="dk1"/>
                </a:solidFill>
                <a:latin typeface="Lato"/>
                <a:ea typeface="Lato"/>
                <a:cs typeface="Lato"/>
                <a:sym typeface="Lato"/>
              </a:rPr>
              <a:t>VT  = {мама, бабушка, мыла, чистила, раму, доску}</a:t>
            </a:r>
            <a:endParaRPr sz="1300">
              <a:solidFill>
                <a:schemeClr val="dk1"/>
              </a:solidFill>
              <a:latin typeface="Lato"/>
              <a:ea typeface="Lato"/>
              <a:cs typeface="Lato"/>
              <a:sym typeface="Lato"/>
            </a:endParaRPr>
          </a:p>
          <a:p>
            <a:pPr indent="0" lvl="0" marL="0" rtl="0" algn="l">
              <a:lnSpc>
                <a:spcPct val="115000"/>
              </a:lnSpc>
              <a:spcBef>
                <a:spcPts val="1200"/>
              </a:spcBef>
              <a:spcAft>
                <a:spcPts val="0"/>
              </a:spcAft>
              <a:buNone/>
            </a:pPr>
            <a:r>
              <a:rPr lang="ru-RU" sz="1300">
                <a:solidFill>
                  <a:schemeClr val="dk1"/>
                </a:solidFill>
                <a:latin typeface="Lato"/>
                <a:ea typeface="Lato"/>
                <a:cs typeface="Lato"/>
                <a:sym typeface="Lato"/>
              </a:rPr>
              <a:t>VN = {&lt;предложение&gt;, &lt;подлежащее&gt;, &lt;сказуемое&gt;, &lt;дополнение&gt;}</a:t>
            </a:r>
            <a:endParaRPr sz="1300">
              <a:solidFill>
                <a:schemeClr val="dk1"/>
              </a:solidFill>
              <a:latin typeface="Lato"/>
              <a:ea typeface="Lato"/>
              <a:cs typeface="Lato"/>
              <a:sym typeface="Lato"/>
            </a:endParaRPr>
          </a:p>
          <a:p>
            <a:pPr indent="0" lvl="0" marL="0" rtl="0" algn="l">
              <a:lnSpc>
                <a:spcPct val="115000"/>
              </a:lnSpc>
              <a:spcBef>
                <a:spcPts val="1200"/>
              </a:spcBef>
              <a:spcAft>
                <a:spcPts val="0"/>
              </a:spcAft>
              <a:buNone/>
            </a:pPr>
            <a:r>
              <a:rPr lang="ru-RU" sz="1300">
                <a:solidFill>
                  <a:schemeClr val="dk1"/>
                </a:solidFill>
                <a:latin typeface="Lato"/>
                <a:ea typeface="Lato"/>
                <a:cs typeface="Lato"/>
                <a:sym typeface="Lato"/>
              </a:rPr>
              <a:t>S = &lt;предложение&gt;, P = {</a:t>
            </a:r>
            <a:endParaRPr sz="1300">
              <a:solidFill>
                <a:schemeClr val="dk1"/>
              </a:solidFill>
              <a:latin typeface="Lato"/>
              <a:ea typeface="Lato"/>
              <a:cs typeface="Lato"/>
              <a:sym typeface="Lato"/>
            </a:endParaRPr>
          </a:p>
          <a:p>
            <a:pPr indent="0" lvl="0" marL="0" rtl="0" algn="l">
              <a:lnSpc>
                <a:spcPct val="115000"/>
              </a:lnSpc>
              <a:spcBef>
                <a:spcPts val="1200"/>
              </a:spcBef>
              <a:spcAft>
                <a:spcPts val="0"/>
              </a:spcAft>
              <a:buNone/>
            </a:pPr>
            <a:r>
              <a:rPr lang="ru-RU" sz="1300">
                <a:solidFill>
                  <a:schemeClr val="dk1"/>
                </a:solidFill>
                <a:latin typeface="Lato"/>
                <a:ea typeface="Lato"/>
                <a:cs typeface="Lato"/>
                <a:sym typeface="Lato"/>
              </a:rPr>
              <a:t>(1)&lt;предложение&gt; -&gt; &lt;подлежащее&gt;&lt;сказуемое&gt;&lt;дополнение&gt; </a:t>
            </a:r>
            <a:endParaRPr sz="1300">
              <a:solidFill>
                <a:schemeClr val="dk1"/>
              </a:solidFill>
              <a:latin typeface="Lato"/>
              <a:ea typeface="Lato"/>
              <a:cs typeface="Lato"/>
              <a:sym typeface="Lato"/>
            </a:endParaRPr>
          </a:p>
          <a:p>
            <a:pPr indent="457200" lvl="0" marL="0" rtl="0" algn="l">
              <a:lnSpc>
                <a:spcPct val="115000"/>
              </a:lnSpc>
              <a:spcBef>
                <a:spcPts val="1200"/>
              </a:spcBef>
              <a:spcAft>
                <a:spcPts val="0"/>
              </a:spcAft>
              <a:buNone/>
            </a:pPr>
            <a:r>
              <a:rPr lang="ru-RU" sz="1300">
                <a:solidFill>
                  <a:schemeClr val="dk1"/>
                </a:solidFill>
                <a:latin typeface="Lato"/>
                <a:ea typeface="Lato"/>
                <a:cs typeface="Lato"/>
                <a:sym typeface="Lato"/>
              </a:rPr>
              <a:t>| &lt;подлежащее&gt;&lt;дополнение&gt;&lt;сказуемое&gt;</a:t>
            </a:r>
            <a:endParaRPr sz="1300">
              <a:solidFill>
                <a:schemeClr val="dk1"/>
              </a:solidFill>
              <a:latin typeface="Lato"/>
              <a:ea typeface="Lato"/>
              <a:cs typeface="Lato"/>
              <a:sym typeface="Lato"/>
            </a:endParaRPr>
          </a:p>
          <a:p>
            <a:pPr indent="0" lvl="0" marL="0" rtl="0" algn="l">
              <a:lnSpc>
                <a:spcPct val="115000"/>
              </a:lnSpc>
              <a:spcBef>
                <a:spcPts val="1200"/>
              </a:spcBef>
              <a:spcAft>
                <a:spcPts val="0"/>
              </a:spcAft>
              <a:buNone/>
            </a:pPr>
            <a:r>
              <a:rPr lang="ru-RU" sz="1300">
                <a:solidFill>
                  <a:schemeClr val="dk1"/>
                </a:solidFill>
                <a:latin typeface="Lato"/>
                <a:ea typeface="Lato"/>
                <a:cs typeface="Lato"/>
                <a:sym typeface="Lato"/>
              </a:rPr>
              <a:t>(2)&lt;подлежащее&gt; -&gt; мама | бабушка</a:t>
            </a:r>
            <a:endParaRPr sz="1300">
              <a:solidFill>
                <a:schemeClr val="dk1"/>
              </a:solidFill>
              <a:latin typeface="Lato"/>
              <a:ea typeface="Lato"/>
              <a:cs typeface="Lato"/>
              <a:sym typeface="Lato"/>
            </a:endParaRPr>
          </a:p>
          <a:p>
            <a:pPr indent="0" lvl="0" marL="0" rtl="0" algn="l">
              <a:lnSpc>
                <a:spcPct val="115000"/>
              </a:lnSpc>
              <a:spcBef>
                <a:spcPts val="1200"/>
              </a:spcBef>
              <a:spcAft>
                <a:spcPts val="0"/>
              </a:spcAft>
              <a:buNone/>
            </a:pPr>
            <a:r>
              <a:rPr lang="ru-RU" sz="1300">
                <a:solidFill>
                  <a:schemeClr val="dk1"/>
                </a:solidFill>
                <a:latin typeface="Lato"/>
                <a:ea typeface="Lato"/>
                <a:cs typeface="Lato"/>
                <a:sym typeface="Lato"/>
              </a:rPr>
              <a:t>(3)&lt;сказуемое&gt; -&gt; мыла | чистила</a:t>
            </a:r>
            <a:endParaRPr sz="1300">
              <a:solidFill>
                <a:schemeClr val="dk1"/>
              </a:solidFill>
              <a:latin typeface="Lato"/>
              <a:ea typeface="Lato"/>
              <a:cs typeface="Lato"/>
              <a:sym typeface="Lato"/>
            </a:endParaRPr>
          </a:p>
          <a:p>
            <a:pPr indent="0" lvl="0" marL="0" rtl="0" algn="l">
              <a:lnSpc>
                <a:spcPct val="115000"/>
              </a:lnSpc>
              <a:spcBef>
                <a:spcPts val="1200"/>
              </a:spcBef>
              <a:spcAft>
                <a:spcPts val="0"/>
              </a:spcAft>
              <a:buNone/>
            </a:pPr>
            <a:r>
              <a:rPr lang="ru-RU" sz="1300">
                <a:solidFill>
                  <a:schemeClr val="dk1"/>
                </a:solidFill>
                <a:latin typeface="Lato"/>
                <a:ea typeface="Lato"/>
                <a:cs typeface="Lato"/>
                <a:sym typeface="Lato"/>
              </a:rPr>
              <a:t>(4)&lt;дополнение&gt; -&gt; раму | доску }</a:t>
            </a:r>
            <a:endParaRPr sz="1300">
              <a:solidFill>
                <a:schemeClr val="dk1"/>
              </a:solidFill>
              <a:latin typeface="Lato"/>
              <a:ea typeface="Lato"/>
              <a:cs typeface="Lato"/>
              <a:sym typeface="Lato"/>
            </a:endParaRPr>
          </a:p>
          <a:p>
            <a:pPr indent="0" lvl="0" marL="0" rtl="0" algn="l">
              <a:lnSpc>
                <a:spcPct val="115000"/>
              </a:lnSpc>
              <a:spcBef>
                <a:spcPts val="1200"/>
              </a:spcBef>
              <a:spcAft>
                <a:spcPts val="1200"/>
              </a:spcAft>
              <a:buNone/>
            </a:pPr>
            <a:r>
              <a:t/>
            </a:r>
            <a:endParaRPr sz="1300">
              <a:solidFill>
                <a:schemeClr val="dk1"/>
              </a:solidFill>
              <a:latin typeface="Lato"/>
              <a:ea typeface="Lato"/>
              <a:cs typeface="Lato"/>
              <a:sym typeface="Lato"/>
            </a:endParaRPr>
          </a:p>
        </p:txBody>
      </p:sp>
      <p:sp>
        <p:nvSpPr>
          <p:cNvPr id="259" name="Google Shape;259;g1f58dad81a1_0_62"/>
          <p:cNvSpPr txBox="1"/>
          <p:nvPr/>
        </p:nvSpPr>
        <p:spPr>
          <a:xfrm>
            <a:off x="4453700" y="3386300"/>
            <a:ext cx="4419900" cy="1218900"/>
          </a:xfrm>
          <a:prstGeom prst="rect">
            <a:avLst/>
          </a:prstGeom>
          <a:solidFill>
            <a:srgbClr val="D9D9D9"/>
          </a:solidFill>
          <a:ln>
            <a:noFill/>
          </a:ln>
        </p:spPr>
        <p:txBody>
          <a:bodyPr anchorCtr="0" anchor="ctr"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1200"/>
              <a:buFont typeface="Arial"/>
              <a:buNone/>
            </a:pPr>
            <a:r>
              <a:rPr b="1" i="0" lang="ru-RU" sz="1200" u="none" cap="none" strike="noStrike">
                <a:solidFill>
                  <a:srgbClr val="1B212C"/>
                </a:solidFill>
                <a:latin typeface="Lato"/>
                <a:ea typeface="Lato"/>
                <a:cs typeface="Lato"/>
                <a:sym typeface="Lato"/>
              </a:rPr>
              <a:t>&lt;предложение&gt; -&gt; (1.1)</a:t>
            </a:r>
            <a:br>
              <a:rPr b="1" i="0" lang="ru-RU" sz="1200" u="none" cap="none" strike="noStrike">
                <a:solidFill>
                  <a:srgbClr val="1B212C"/>
                </a:solidFill>
                <a:latin typeface="Lato"/>
                <a:ea typeface="Lato"/>
                <a:cs typeface="Lato"/>
                <a:sym typeface="Lato"/>
              </a:rPr>
            </a:br>
            <a:r>
              <a:rPr b="1" i="0" lang="ru-RU" sz="1200" u="none" cap="none" strike="noStrike">
                <a:solidFill>
                  <a:srgbClr val="1B212C"/>
                </a:solidFill>
                <a:latin typeface="Lato"/>
                <a:ea typeface="Lato"/>
                <a:cs typeface="Lato"/>
                <a:sym typeface="Lato"/>
              </a:rPr>
              <a:t>&lt;подлежащее&gt;&lt;сказуемое&gt;&lt;дополнение&gt; -&gt; (2.1)</a:t>
            </a:r>
            <a:br>
              <a:rPr b="1" i="0" lang="ru-RU" sz="1200" u="none" cap="none" strike="noStrike">
                <a:solidFill>
                  <a:srgbClr val="1B212C"/>
                </a:solidFill>
                <a:latin typeface="Lato"/>
                <a:ea typeface="Lato"/>
                <a:cs typeface="Lato"/>
                <a:sym typeface="Lato"/>
              </a:rPr>
            </a:br>
            <a:r>
              <a:rPr b="1" i="0" lang="ru-RU" sz="1200" u="none" cap="none" strike="noStrike">
                <a:solidFill>
                  <a:srgbClr val="1B212C"/>
                </a:solidFill>
                <a:latin typeface="Lato"/>
                <a:ea typeface="Lato"/>
                <a:cs typeface="Lato"/>
                <a:sym typeface="Lato"/>
              </a:rPr>
              <a:t>мама&lt;сказуемое&gt;&lt;дополнение&gt; -&gt; (3.1)</a:t>
            </a:r>
            <a:br>
              <a:rPr b="1" i="0" lang="ru-RU" sz="1200" u="none" cap="none" strike="noStrike">
                <a:solidFill>
                  <a:srgbClr val="1B212C"/>
                </a:solidFill>
                <a:latin typeface="Lato"/>
                <a:ea typeface="Lato"/>
                <a:cs typeface="Lato"/>
                <a:sym typeface="Lato"/>
              </a:rPr>
            </a:br>
            <a:r>
              <a:rPr b="1" i="0" lang="ru-RU" sz="1200" u="none" cap="none" strike="noStrike">
                <a:solidFill>
                  <a:srgbClr val="1B212C"/>
                </a:solidFill>
                <a:latin typeface="Lato"/>
                <a:ea typeface="Lato"/>
                <a:cs typeface="Lato"/>
                <a:sym typeface="Lato"/>
              </a:rPr>
              <a:t>мама мыла&lt;дополнение&gt; -&gt; (4.1)</a:t>
            </a:r>
            <a:br>
              <a:rPr b="1" i="0" lang="ru-RU" sz="1200" u="none" cap="none" strike="noStrike">
                <a:solidFill>
                  <a:srgbClr val="1B212C"/>
                </a:solidFill>
                <a:latin typeface="Lato"/>
                <a:ea typeface="Lato"/>
                <a:cs typeface="Lato"/>
                <a:sym typeface="Lato"/>
              </a:rPr>
            </a:br>
            <a:r>
              <a:rPr b="1" i="0" lang="ru-RU" sz="1200" u="none" cap="none" strike="noStrike">
                <a:solidFill>
                  <a:srgbClr val="1B212C"/>
                </a:solidFill>
                <a:latin typeface="Lato"/>
                <a:ea typeface="Lato"/>
                <a:cs typeface="Lato"/>
                <a:sym typeface="Lato"/>
              </a:rPr>
              <a:t>мама мыла раму</a:t>
            </a:r>
            <a:endParaRPr b="1" i="0" sz="1200" u="none" cap="none" strike="noStrike">
              <a:solidFill>
                <a:srgbClr val="1B212C"/>
              </a:solidFill>
              <a:latin typeface="Lato"/>
              <a:ea typeface="Lato"/>
              <a:cs typeface="Lato"/>
              <a:sym typeface="Lato"/>
            </a:endParaRPr>
          </a:p>
        </p:txBody>
      </p:sp>
      <p:sp>
        <p:nvSpPr>
          <p:cNvPr id="260" name="Google Shape;260;g1f58dad81a1_0_62"/>
          <p:cNvSpPr txBox="1"/>
          <p:nvPr/>
        </p:nvSpPr>
        <p:spPr>
          <a:xfrm>
            <a:off x="-62237" y="4852475"/>
            <a:ext cx="86190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0" i="0" lang="ru-RU" sz="800" u="none" cap="none" strike="noStrike">
                <a:solidFill>
                  <a:schemeClr val="dk1"/>
                </a:solidFill>
                <a:latin typeface="Arial"/>
                <a:ea typeface="Arial"/>
                <a:cs typeface="Arial"/>
                <a:sym typeface="Arial"/>
              </a:rPr>
              <a:t>Лаздин А. В. Формальные языки, грамматики, автоматы – СПб: Университет ИТМО, 2019 – 99 с.</a:t>
            </a:r>
            <a:endParaRPr b="0" i="0" sz="800" u="none" cap="none" strike="noStrike">
              <a:solidFill>
                <a:schemeClr val="dk1"/>
              </a:solidFill>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g1f58dad81a1_0_15"/>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3200"/>
              <a:buFont typeface="Arial"/>
              <a:buNone/>
            </a:pPr>
            <a:r>
              <a:rPr b="0" lang="ru-RU" sz="2200">
                <a:latin typeface="Golos Text"/>
                <a:ea typeface="Golos Text"/>
                <a:cs typeface="Golos Text"/>
                <a:sym typeface="Golos Text"/>
              </a:rPr>
              <a:t>Грамматики и языки. Пример для музыки.</a:t>
            </a:r>
            <a:endParaRPr/>
          </a:p>
        </p:txBody>
      </p:sp>
      <p:sp>
        <p:nvSpPr>
          <p:cNvPr id="266" name="Google Shape;266;g1f58dad81a1_0_1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sp>
        <p:nvSpPr>
          <p:cNvPr id="267" name="Google Shape;267;g1f58dad81a1_0_15"/>
          <p:cNvSpPr txBox="1"/>
          <p:nvPr/>
        </p:nvSpPr>
        <p:spPr>
          <a:xfrm>
            <a:off x="73725" y="903513"/>
            <a:ext cx="5068500" cy="2551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ru-RU">
                <a:solidFill>
                  <a:schemeClr val="dk1"/>
                </a:solidFill>
                <a:latin typeface="Lato"/>
                <a:ea typeface="Lato"/>
                <a:cs typeface="Lato"/>
                <a:sym typeface="Lato"/>
              </a:rPr>
              <a:t>Порождающая  грамматика G:</a:t>
            </a:r>
            <a:endParaRPr>
              <a:solidFill>
                <a:schemeClr val="dk1"/>
              </a:solidFill>
              <a:latin typeface="Lato"/>
              <a:ea typeface="Lato"/>
              <a:cs typeface="Lato"/>
              <a:sym typeface="Lato"/>
            </a:endParaRPr>
          </a:p>
          <a:p>
            <a:pPr indent="0" lvl="0" marL="0" rtl="0" algn="l">
              <a:lnSpc>
                <a:spcPct val="115000"/>
              </a:lnSpc>
              <a:spcBef>
                <a:spcPts val="1200"/>
              </a:spcBef>
              <a:spcAft>
                <a:spcPts val="0"/>
              </a:spcAft>
              <a:buNone/>
            </a:pPr>
            <a:r>
              <a:rPr lang="ru-RU">
                <a:solidFill>
                  <a:schemeClr val="dk1"/>
                </a:solidFill>
                <a:latin typeface="Lato"/>
                <a:ea typeface="Lato"/>
                <a:cs typeface="Lato"/>
                <a:sym typeface="Lato"/>
              </a:rPr>
              <a:t>VT  = {4, 3, 2, ,[, ], A, B, C, D, E, F, G, a, b, c} </a:t>
            </a:r>
            <a:br>
              <a:rPr lang="ru-RU">
                <a:solidFill>
                  <a:schemeClr val="dk1"/>
                </a:solidFill>
                <a:latin typeface="Lato"/>
                <a:ea typeface="Lato"/>
                <a:cs typeface="Lato"/>
                <a:sym typeface="Lato"/>
              </a:rPr>
            </a:br>
            <a:r>
              <a:rPr lang="ru-RU">
                <a:solidFill>
                  <a:schemeClr val="dk1"/>
                </a:solidFill>
                <a:latin typeface="Lato"/>
                <a:ea typeface="Lato"/>
                <a:cs typeface="Lato"/>
                <a:sym typeface="Lato"/>
              </a:rPr>
              <a:t>VN = {&lt;такт&gt;, &lt;T&gt;, &lt;S&gt;, &lt;D&gt;, &lt;R&gt;}</a:t>
            </a:r>
            <a:br>
              <a:rPr lang="ru-RU">
                <a:solidFill>
                  <a:schemeClr val="dk1"/>
                </a:solidFill>
                <a:latin typeface="Lato"/>
                <a:ea typeface="Lato"/>
                <a:cs typeface="Lato"/>
                <a:sym typeface="Lato"/>
              </a:rPr>
            </a:br>
            <a:r>
              <a:rPr lang="ru-RU">
                <a:solidFill>
                  <a:schemeClr val="dk1"/>
                </a:solidFill>
                <a:latin typeface="Lato"/>
                <a:ea typeface="Lato"/>
                <a:cs typeface="Lato"/>
                <a:sym typeface="Lato"/>
              </a:rPr>
              <a:t>S = &lt;такт&gt;, P = {</a:t>
            </a:r>
            <a:br>
              <a:rPr lang="ru-RU">
                <a:solidFill>
                  <a:schemeClr val="dk1"/>
                </a:solidFill>
                <a:latin typeface="Lato"/>
                <a:ea typeface="Lato"/>
                <a:cs typeface="Lato"/>
                <a:sym typeface="Lato"/>
              </a:rPr>
            </a:br>
            <a:r>
              <a:rPr lang="ru-RU">
                <a:solidFill>
                  <a:schemeClr val="dk1"/>
                </a:solidFill>
                <a:latin typeface="Lato"/>
                <a:ea typeface="Lato"/>
                <a:cs typeface="Lato"/>
                <a:sym typeface="Lato"/>
              </a:rPr>
              <a:t>(1)&lt;такт&gt; -&gt; &lt;T&gt;&lt;S&gt;&lt;D&gt;&lt;T&gt; | &lt;T&gt;&lt;D&gt;&lt;T&gt; | &lt;T&gt; | &lt;T&gt;&lt;T&gt;</a:t>
            </a:r>
            <a:br>
              <a:rPr lang="ru-RU">
                <a:solidFill>
                  <a:schemeClr val="dk1"/>
                </a:solidFill>
                <a:latin typeface="Lato"/>
                <a:ea typeface="Lato"/>
                <a:cs typeface="Lato"/>
                <a:sym typeface="Lato"/>
              </a:rPr>
            </a:br>
            <a:r>
              <a:rPr lang="ru-RU">
                <a:solidFill>
                  <a:schemeClr val="dk1"/>
                </a:solidFill>
                <a:latin typeface="Lato"/>
                <a:ea typeface="Lato"/>
                <a:cs typeface="Lato"/>
                <a:sym typeface="Lato"/>
              </a:rPr>
              <a:t>(2)&lt;T&gt; -&gt; [CEG]&lt;R&gt; | [EGc] &lt;R&gt; | [CGc]&lt;R&gt;</a:t>
            </a:r>
            <a:br>
              <a:rPr lang="ru-RU">
                <a:solidFill>
                  <a:schemeClr val="dk1"/>
                </a:solidFill>
                <a:latin typeface="Lato"/>
                <a:ea typeface="Lato"/>
                <a:cs typeface="Lato"/>
                <a:sym typeface="Lato"/>
              </a:rPr>
            </a:br>
            <a:r>
              <a:rPr lang="ru-RU">
                <a:solidFill>
                  <a:schemeClr val="dk1"/>
                </a:solidFill>
                <a:latin typeface="Lato"/>
                <a:ea typeface="Lato"/>
                <a:cs typeface="Lato"/>
                <a:sym typeface="Lato"/>
              </a:rPr>
              <a:t>(3)&lt;S&gt; -&gt; F&lt;R&gt; | [Fac]&lt;R&gt;</a:t>
            </a:r>
            <a:br>
              <a:rPr lang="ru-RU">
                <a:solidFill>
                  <a:schemeClr val="dk1"/>
                </a:solidFill>
                <a:latin typeface="Lato"/>
                <a:ea typeface="Lato"/>
                <a:cs typeface="Lato"/>
                <a:sym typeface="Lato"/>
              </a:rPr>
            </a:br>
            <a:r>
              <a:rPr lang="ru-RU">
                <a:solidFill>
                  <a:schemeClr val="dk1"/>
                </a:solidFill>
                <a:latin typeface="Lato"/>
                <a:ea typeface="Lato"/>
                <a:cs typeface="Lato"/>
                <a:sym typeface="Lato"/>
              </a:rPr>
              <a:t>(4)&lt;D&gt; -&gt; [GB]&lt;R&gt; | [DGB]&lt;R&gt;</a:t>
            </a:r>
            <a:br>
              <a:rPr lang="ru-RU">
                <a:solidFill>
                  <a:schemeClr val="dk1"/>
                </a:solidFill>
                <a:latin typeface="Lato"/>
                <a:ea typeface="Lato"/>
                <a:cs typeface="Lato"/>
                <a:sym typeface="Lato"/>
              </a:rPr>
            </a:br>
            <a:r>
              <a:rPr lang="ru-RU">
                <a:solidFill>
                  <a:schemeClr val="dk1"/>
                </a:solidFill>
                <a:latin typeface="Lato"/>
                <a:ea typeface="Lato"/>
                <a:cs typeface="Lato"/>
                <a:sym typeface="Lato"/>
              </a:rPr>
              <a:t>(5)&lt;R&gt; -&gt; 2 | 3 | 4 | ε }</a:t>
            </a:r>
            <a:endParaRPr>
              <a:solidFill>
                <a:schemeClr val="dk1"/>
              </a:solidFill>
              <a:latin typeface="Lato"/>
              <a:ea typeface="Lato"/>
              <a:cs typeface="Lato"/>
              <a:sym typeface="Lato"/>
            </a:endParaRPr>
          </a:p>
          <a:p>
            <a:pPr indent="0" lvl="0" marL="0" rtl="0" algn="l">
              <a:lnSpc>
                <a:spcPct val="115000"/>
              </a:lnSpc>
              <a:spcBef>
                <a:spcPts val="1200"/>
              </a:spcBef>
              <a:spcAft>
                <a:spcPts val="1200"/>
              </a:spcAft>
              <a:buNone/>
            </a:pPr>
            <a:r>
              <a:t/>
            </a:r>
            <a:endParaRPr>
              <a:solidFill>
                <a:schemeClr val="dk1"/>
              </a:solidFill>
              <a:latin typeface="Lato"/>
              <a:ea typeface="Lato"/>
              <a:cs typeface="Lato"/>
              <a:sym typeface="Lato"/>
            </a:endParaRPr>
          </a:p>
        </p:txBody>
      </p:sp>
      <p:sp>
        <p:nvSpPr>
          <p:cNvPr id="268" name="Google Shape;268;g1f58dad81a1_0_15"/>
          <p:cNvSpPr txBox="1"/>
          <p:nvPr/>
        </p:nvSpPr>
        <p:spPr>
          <a:xfrm>
            <a:off x="0" y="4694038"/>
            <a:ext cx="8619000" cy="449400"/>
          </a:xfrm>
          <a:prstGeom prst="rect">
            <a:avLst/>
          </a:prstGeom>
          <a:noFill/>
          <a:ln>
            <a:noFill/>
          </a:ln>
        </p:spPr>
        <p:txBody>
          <a:bodyPr anchorCtr="0" anchor="ctr"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800"/>
              <a:buFont typeface="Arial"/>
              <a:buNone/>
            </a:pPr>
            <a:r>
              <a:rPr lang="ru-RU" sz="800">
                <a:solidFill>
                  <a:schemeClr val="dk1"/>
                </a:solidFill>
                <a:latin typeface="Lato"/>
                <a:ea typeface="Lato"/>
                <a:cs typeface="Lato"/>
                <a:sym typeface="Lato"/>
              </a:rPr>
              <a:t>Л</a:t>
            </a:r>
            <a:r>
              <a:rPr b="0" i="0" lang="ru-RU" sz="800" u="none" cap="none" strike="noStrike">
                <a:solidFill>
                  <a:schemeClr val="dk1"/>
                </a:solidFill>
                <a:latin typeface="Lato"/>
                <a:ea typeface="Lato"/>
                <a:cs typeface="Lato"/>
                <a:sym typeface="Lato"/>
              </a:rPr>
              <a:t>аздин А. В. Формальные языки, грамматики, автоматы – СПб: Университет ИТМО, 2019 – 99 с.</a:t>
            </a:r>
            <a:br>
              <a:rPr b="0" i="0" lang="ru-RU" sz="800" u="none" cap="none" strike="noStrike">
                <a:solidFill>
                  <a:schemeClr val="dk1"/>
                </a:solidFill>
                <a:latin typeface="Lato"/>
                <a:ea typeface="Lato"/>
                <a:cs typeface="Lato"/>
                <a:sym typeface="Lato"/>
              </a:rPr>
            </a:br>
            <a:r>
              <a:rPr b="0" i="0" lang="ru-RU" sz="800" u="sng" cap="none" strike="noStrike">
                <a:solidFill>
                  <a:schemeClr val="hlink"/>
                </a:solidFill>
                <a:latin typeface="Lato"/>
                <a:ea typeface="Lato"/>
                <a:cs typeface="Lato"/>
                <a:sym typeface="Lato"/>
                <a:hlinkClick r:id="rId3"/>
              </a:rPr>
              <a:t>https://www.abcjs.net/abcjs-editor.html</a:t>
            </a:r>
            <a:r>
              <a:rPr b="0" i="0" lang="ru-RU" sz="800" u="none" cap="none" strike="noStrike">
                <a:solidFill>
                  <a:schemeClr val="dk1"/>
                </a:solidFill>
                <a:latin typeface="Lato"/>
                <a:ea typeface="Lato"/>
                <a:cs typeface="Lato"/>
                <a:sym typeface="Lato"/>
              </a:rPr>
              <a:t> </a:t>
            </a:r>
            <a:endParaRPr b="0" i="0" sz="800" u="none" cap="none" strike="noStrike">
              <a:solidFill>
                <a:schemeClr val="dk1"/>
              </a:solidFill>
              <a:latin typeface="Lato"/>
              <a:ea typeface="Lato"/>
              <a:cs typeface="Lato"/>
              <a:sym typeface="Lato"/>
            </a:endParaRPr>
          </a:p>
        </p:txBody>
      </p:sp>
      <p:sp>
        <p:nvSpPr>
          <p:cNvPr id="269" name="Google Shape;269;g1f58dad81a1_0_15"/>
          <p:cNvSpPr txBox="1"/>
          <p:nvPr/>
        </p:nvSpPr>
        <p:spPr>
          <a:xfrm>
            <a:off x="5249300" y="1066613"/>
            <a:ext cx="3111900" cy="1765500"/>
          </a:xfrm>
          <a:prstGeom prst="rect">
            <a:avLst/>
          </a:prstGeom>
          <a:solidFill>
            <a:srgbClr val="D9D9D9"/>
          </a:solidFill>
          <a:ln>
            <a:noFill/>
          </a:ln>
        </p:spPr>
        <p:txBody>
          <a:bodyPr anchorCtr="0" anchor="ctr"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1300"/>
              <a:buFont typeface="Arial"/>
              <a:buNone/>
            </a:pPr>
            <a:r>
              <a:rPr b="1" i="0" lang="ru-RU" sz="1300" u="none" cap="none" strike="noStrike">
                <a:solidFill>
                  <a:srgbClr val="1B212C"/>
                </a:solidFill>
                <a:latin typeface="Lato"/>
                <a:ea typeface="Lato"/>
                <a:cs typeface="Lato"/>
                <a:sym typeface="Lato"/>
              </a:rPr>
              <a:t>&lt;такт&gt; -&gt; (1.1)</a:t>
            </a:r>
            <a:br>
              <a:rPr b="1" i="0" lang="ru-RU" sz="1300" u="none" cap="none" strike="noStrike">
                <a:solidFill>
                  <a:srgbClr val="1B212C"/>
                </a:solidFill>
                <a:latin typeface="Lato"/>
                <a:ea typeface="Lato"/>
                <a:cs typeface="Lato"/>
                <a:sym typeface="Lato"/>
              </a:rPr>
            </a:br>
            <a:r>
              <a:rPr b="1" i="0" lang="ru-RU" sz="1300" u="none" cap="none" strike="noStrike">
                <a:solidFill>
                  <a:srgbClr val="1B212C"/>
                </a:solidFill>
                <a:latin typeface="Lato"/>
                <a:ea typeface="Lato"/>
                <a:cs typeface="Lato"/>
                <a:sym typeface="Lato"/>
              </a:rPr>
              <a:t>&lt;T&gt;&lt;S&gt;&lt;D&gt;&lt;T&gt; -&gt; (2.2)</a:t>
            </a:r>
            <a:br>
              <a:rPr b="1" i="0" lang="ru-RU" sz="1300" u="none" cap="none" strike="noStrike">
                <a:solidFill>
                  <a:srgbClr val="1B212C"/>
                </a:solidFill>
                <a:latin typeface="Lato"/>
                <a:ea typeface="Lato"/>
                <a:cs typeface="Lato"/>
                <a:sym typeface="Lato"/>
              </a:rPr>
            </a:br>
            <a:r>
              <a:rPr b="1" i="0" lang="ru-RU" sz="1300" u="none" cap="none" strike="noStrike">
                <a:solidFill>
                  <a:srgbClr val="1B212C"/>
                </a:solidFill>
                <a:latin typeface="Lato"/>
                <a:ea typeface="Lato"/>
                <a:cs typeface="Lato"/>
                <a:sym typeface="Lato"/>
              </a:rPr>
              <a:t>[EGc]&lt;R&gt;&lt;S&gt;&lt;D&gt;&lt;T&gt; -&gt; (5.4)&amp;(3.1)</a:t>
            </a:r>
            <a:br>
              <a:rPr b="1" i="0" lang="ru-RU" sz="1300" u="none" cap="none" strike="noStrike">
                <a:solidFill>
                  <a:srgbClr val="1B212C"/>
                </a:solidFill>
                <a:latin typeface="Lato"/>
                <a:ea typeface="Lato"/>
                <a:cs typeface="Lato"/>
                <a:sym typeface="Lato"/>
              </a:rPr>
            </a:br>
            <a:r>
              <a:rPr b="1" i="0" lang="ru-RU" sz="1300" u="none" cap="none" strike="noStrike">
                <a:solidFill>
                  <a:srgbClr val="1B212C"/>
                </a:solidFill>
                <a:latin typeface="Lato"/>
                <a:ea typeface="Lato"/>
                <a:cs typeface="Lato"/>
                <a:sym typeface="Lato"/>
              </a:rPr>
              <a:t>[EGc]F&lt;R&gt;&lt;D&gt;&lt;T&gt; -&gt; (5.4)&amp;(4.2)</a:t>
            </a:r>
            <a:br>
              <a:rPr b="1" i="0" lang="ru-RU" sz="1300" u="none" cap="none" strike="noStrike">
                <a:solidFill>
                  <a:srgbClr val="1B212C"/>
                </a:solidFill>
                <a:latin typeface="Lato"/>
                <a:ea typeface="Lato"/>
                <a:cs typeface="Lato"/>
                <a:sym typeface="Lato"/>
              </a:rPr>
            </a:br>
            <a:r>
              <a:rPr b="1" i="0" lang="ru-RU" sz="1300" u="none" cap="none" strike="noStrike">
                <a:solidFill>
                  <a:srgbClr val="1B212C"/>
                </a:solidFill>
                <a:latin typeface="Lato"/>
                <a:ea typeface="Lato"/>
                <a:cs typeface="Lato"/>
                <a:sym typeface="Lato"/>
              </a:rPr>
              <a:t>[EGc]F[DGB]&lt;R&gt;&lt;T&gt; -&gt; (5.4)&amp;(2.1)</a:t>
            </a:r>
            <a:br>
              <a:rPr b="1" i="0" lang="ru-RU" sz="1300" u="none" cap="none" strike="noStrike">
                <a:solidFill>
                  <a:srgbClr val="1B212C"/>
                </a:solidFill>
                <a:latin typeface="Lato"/>
                <a:ea typeface="Lato"/>
                <a:cs typeface="Lato"/>
                <a:sym typeface="Lato"/>
              </a:rPr>
            </a:br>
            <a:r>
              <a:rPr b="1" i="0" lang="ru-RU" sz="1300" u="none" cap="none" strike="noStrike">
                <a:solidFill>
                  <a:srgbClr val="1B212C"/>
                </a:solidFill>
                <a:latin typeface="Lato"/>
                <a:ea typeface="Lato"/>
                <a:cs typeface="Lato"/>
                <a:sym typeface="Lato"/>
              </a:rPr>
              <a:t>[EGc]F[DGB][CEG]&lt;R&gt; -&gt; (5.4)</a:t>
            </a:r>
            <a:br>
              <a:rPr b="1" i="0" lang="ru-RU" sz="1300" u="none" cap="none" strike="noStrike">
                <a:solidFill>
                  <a:srgbClr val="1B212C"/>
                </a:solidFill>
                <a:latin typeface="Lato"/>
                <a:ea typeface="Lato"/>
                <a:cs typeface="Lato"/>
                <a:sym typeface="Lato"/>
              </a:rPr>
            </a:br>
            <a:r>
              <a:rPr b="1" i="0" lang="ru-RU" sz="1300" u="none" cap="none" strike="noStrike">
                <a:solidFill>
                  <a:srgbClr val="1B212C"/>
                </a:solidFill>
                <a:latin typeface="Lato"/>
                <a:ea typeface="Lato"/>
                <a:cs typeface="Lato"/>
                <a:sym typeface="Lato"/>
              </a:rPr>
              <a:t>[EGc]F[DGB][CEG]</a:t>
            </a:r>
            <a:endParaRPr b="1" i="0" sz="1300" u="none" cap="none" strike="noStrike">
              <a:solidFill>
                <a:srgbClr val="1B212C"/>
              </a:solidFill>
              <a:latin typeface="Lato"/>
              <a:ea typeface="Lato"/>
              <a:cs typeface="Lato"/>
              <a:sym typeface="Lato"/>
            </a:endParaRPr>
          </a:p>
        </p:txBody>
      </p:sp>
      <p:pic>
        <p:nvPicPr>
          <p:cNvPr id="270" name="Google Shape;270;g1f58dad81a1_0_15"/>
          <p:cNvPicPr preferRelativeResize="0"/>
          <p:nvPr/>
        </p:nvPicPr>
        <p:blipFill rotWithShape="1">
          <a:blip r:embed="rId4">
            <a:alphaModFix/>
          </a:blip>
          <a:srcRect b="0" l="0" r="0" t="0"/>
          <a:stretch/>
        </p:blipFill>
        <p:spPr>
          <a:xfrm>
            <a:off x="4847125" y="3206463"/>
            <a:ext cx="3451796" cy="1242292"/>
          </a:xfrm>
          <a:prstGeom prst="rect">
            <a:avLst/>
          </a:prstGeom>
          <a:noFill/>
          <a:ln>
            <a:noFill/>
          </a:ln>
        </p:spPr>
      </p:pic>
      <p:pic>
        <p:nvPicPr>
          <p:cNvPr id="271" name="Google Shape;271;g1f58dad81a1_0_15"/>
          <p:cNvPicPr preferRelativeResize="0"/>
          <p:nvPr/>
        </p:nvPicPr>
        <p:blipFill rotWithShape="1">
          <a:blip r:embed="rId5">
            <a:alphaModFix/>
          </a:blip>
          <a:srcRect b="0" l="0" r="57035" t="37803"/>
          <a:stretch/>
        </p:blipFill>
        <p:spPr>
          <a:xfrm>
            <a:off x="567875" y="3524725"/>
            <a:ext cx="3200875" cy="8447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g1f58dad81a1_0_28"/>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3200"/>
              <a:buNone/>
            </a:pPr>
            <a:r>
              <a:rPr b="0" lang="ru-RU" sz="2200">
                <a:latin typeface="Golos Text"/>
                <a:ea typeface="Golos Text"/>
                <a:cs typeface="Golos Text"/>
                <a:sym typeface="Golos Text"/>
              </a:rPr>
              <a:t>Распознаватели </a:t>
            </a:r>
            <a:endParaRPr/>
          </a:p>
        </p:txBody>
      </p:sp>
      <p:sp>
        <p:nvSpPr>
          <p:cNvPr id="277" name="Google Shape;277;g1f58dad81a1_0_2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sp>
        <p:nvSpPr>
          <p:cNvPr id="278" name="Google Shape;278;g1f58dad81a1_0_28"/>
          <p:cNvSpPr txBox="1"/>
          <p:nvPr/>
        </p:nvSpPr>
        <p:spPr>
          <a:xfrm>
            <a:off x="53450" y="833825"/>
            <a:ext cx="5801400" cy="18852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1200"/>
              </a:spcAft>
              <a:buNone/>
            </a:pPr>
            <a:r>
              <a:rPr b="1" lang="ru-RU">
                <a:solidFill>
                  <a:schemeClr val="dk1"/>
                </a:solidFill>
                <a:latin typeface="Lato"/>
                <a:ea typeface="Lato"/>
                <a:cs typeface="Lato"/>
                <a:sym typeface="Lato"/>
              </a:rPr>
              <a:t>Распознаватель для языка</a:t>
            </a:r>
            <a:r>
              <a:rPr lang="ru-RU">
                <a:solidFill>
                  <a:schemeClr val="dk1"/>
                </a:solidFill>
                <a:latin typeface="Lato"/>
                <a:ea typeface="Lato"/>
                <a:cs typeface="Lato"/>
                <a:sym typeface="Lato"/>
              </a:rPr>
              <a:t> – это алгоритм или программа, позволяющая решить эту задачу. На вход распознавателя поступает цепочка символов, результатом работы является ответ «Да», если цепочка принадлежит языку, порождённому некоторой грамматикой (допуск цепочки), или ответ «Нет» (цепочка отвергнута). Разбор (допуск цепочки терминальных символов) предполагает построение распознавателя по заданной грамматике, которая порождает язык, допускаемый сконструированным распознавателем.</a:t>
            </a:r>
            <a:endParaRPr>
              <a:solidFill>
                <a:schemeClr val="dk1"/>
              </a:solidFill>
              <a:latin typeface="Lato"/>
              <a:ea typeface="Lato"/>
              <a:cs typeface="Lato"/>
              <a:sym typeface="Lato"/>
            </a:endParaRPr>
          </a:p>
        </p:txBody>
      </p:sp>
      <p:pic>
        <p:nvPicPr>
          <p:cNvPr id="279" name="Google Shape;279;g1f58dad81a1_0_28"/>
          <p:cNvPicPr preferRelativeResize="0"/>
          <p:nvPr/>
        </p:nvPicPr>
        <p:blipFill rotWithShape="1">
          <a:blip r:embed="rId3">
            <a:alphaModFix/>
          </a:blip>
          <a:srcRect b="0" l="0" r="0" t="0"/>
          <a:stretch/>
        </p:blipFill>
        <p:spPr>
          <a:xfrm>
            <a:off x="5795900" y="1178675"/>
            <a:ext cx="3225250" cy="2229097"/>
          </a:xfrm>
          <a:prstGeom prst="rect">
            <a:avLst/>
          </a:prstGeom>
          <a:noFill/>
          <a:ln>
            <a:noFill/>
          </a:ln>
        </p:spPr>
      </p:pic>
      <p:pic>
        <p:nvPicPr>
          <p:cNvPr id="280" name="Google Shape;280;g1f58dad81a1_0_28"/>
          <p:cNvPicPr preferRelativeResize="0"/>
          <p:nvPr/>
        </p:nvPicPr>
        <p:blipFill rotWithShape="1">
          <a:blip r:embed="rId4">
            <a:alphaModFix/>
          </a:blip>
          <a:srcRect b="0" l="6032" r="0" t="0"/>
          <a:stretch/>
        </p:blipFill>
        <p:spPr>
          <a:xfrm>
            <a:off x="1964900" y="3259075"/>
            <a:ext cx="3831000" cy="1490775"/>
          </a:xfrm>
          <a:prstGeom prst="rect">
            <a:avLst/>
          </a:prstGeom>
          <a:noFill/>
          <a:ln>
            <a:noFill/>
          </a:ln>
        </p:spPr>
      </p:pic>
      <p:sp>
        <p:nvSpPr>
          <p:cNvPr id="281" name="Google Shape;281;g1f58dad81a1_0_28"/>
          <p:cNvSpPr txBox="1"/>
          <p:nvPr/>
        </p:nvSpPr>
        <p:spPr>
          <a:xfrm>
            <a:off x="-62237" y="4852475"/>
            <a:ext cx="86190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0" i="0" lang="ru-RU" sz="800" u="none" cap="none" strike="noStrike">
                <a:solidFill>
                  <a:schemeClr val="dk1"/>
                </a:solidFill>
                <a:latin typeface="Arial"/>
                <a:ea typeface="Arial"/>
                <a:cs typeface="Arial"/>
                <a:sym typeface="Arial"/>
              </a:rPr>
              <a:t>Лаздин А. В. Формальные языки, грамматики, автоматы – СПб: Университет ИТМО, 2019 – 99 с.</a:t>
            </a:r>
            <a:endParaRPr b="0" i="0" sz="800" u="none" cap="none" strike="noStrike">
              <a:solidFill>
                <a:schemeClr val="dk1"/>
              </a:solidFill>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g1f58dad81a1_0_33"/>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1"/>
              </a:buClr>
              <a:buSzPct val="145454"/>
              <a:buFont typeface="Arial"/>
              <a:buNone/>
            </a:pPr>
            <a:r>
              <a:rPr b="0" lang="ru-RU" sz="2200">
                <a:latin typeface="Golos Text"/>
                <a:ea typeface="Golos Text"/>
                <a:cs typeface="Golos Text"/>
                <a:sym typeface="Golos Text"/>
              </a:rPr>
              <a:t>Автоматы</a:t>
            </a:r>
            <a:endParaRPr/>
          </a:p>
        </p:txBody>
      </p:sp>
      <p:sp>
        <p:nvSpPr>
          <p:cNvPr id="287" name="Google Shape;287;g1f58dad81a1_0_3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sp>
        <p:nvSpPr>
          <p:cNvPr id="288" name="Google Shape;288;g1f58dad81a1_0_33"/>
          <p:cNvSpPr txBox="1"/>
          <p:nvPr/>
        </p:nvSpPr>
        <p:spPr>
          <a:xfrm>
            <a:off x="0" y="1020925"/>
            <a:ext cx="5799600" cy="3489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ru-RU">
                <a:solidFill>
                  <a:schemeClr val="dk1"/>
                </a:solidFill>
                <a:latin typeface="Lato"/>
                <a:ea typeface="Lato"/>
                <a:cs typeface="Lato"/>
                <a:sym typeface="Lato"/>
              </a:rPr>
              <a:t>Детерминированный конечный автомат </a:t>
            </a:r>
            <a:r>
              <a:rPr lang="ru-RU">
                <a:solidFill>
                  <a:schemeClr val="dk1"/>
                </a:solidFill>
                <a:latin typeface="Lato"/>
                <a:ea typeface="Lato"/>
                <a:cs typeface="Lato"/>
                <a:sym typeface="Lato"/>
              </a:rPr>
              <a:t>- распознаватель формально определяется как пятерка, или кортеж, следующим образом: </a:t>
            </a:r>
            <a:endParaRPr>
              <a:solidFill>
                <a:schemeClr val="dk1"/>
              </a:solidFill>
              <a:latin typeface="Lato"/>
              <a:ea typeface="Lato"/>
              <a:cs typeface="Lato"/>
              <a:sym typeface="Lato"/>
            </a:endParaRPr>
          </a:p>
          <a:p>
            <a:pPr indent="0" lvl="0" marL="0" rtl="0" algn="l">
              <a:lnSpc>
                <a:spcPct val="115000"/>
              </a:lnSpc>
              <a:spcBef>
                <a:spcPts val="1200"/>
              </a:spcBef>
              <a:spcAft>
                <a:spcPts val="0"/>
              </a:spcAft>
              <a:buNone/>
            </a:pPr>
            <a:r>
              <a:rPr lang="ru-RU" sz="1700">
                <a:solidFill>
                  <a:schemeClr val="dk1"/>
                </a:solidFill>
                <a:latin typeface="Lato"/>
                <a:ea typeface="Lato"/>
                <a:cs typeface="Lato"/>
                <a:sym typeface="Lato"/>
              </a:rPr>
              <a:t>A = (X, S, s0, δ, F)</a:t>
            </a:r>
            <a:r>
              <a:rPr lang="ru-RU">
                <a:solidFill>
                  <a:schemeClr val="dk1"/>
                </a:solidFill>
                <a:latin typeface="Lato"/>
                <a:ea typeface="Lato"/>
                <a:cs typeface="Lato"/>
                <a:sym typeface="Lato"/>
              </a:rPr>
              <a:t>, где: </a:t>
            </a:r>
            <a:endParaRPr>
              <a:solidFill>
                <a:schemeClr val="dk1"/>
              </a:solidFill>
              <a:latin typeface="Lato"/>
              <a:ea typeface="Lato"/>
              <a:cs typeface="Lato"/>
              <a:sym typeface="Lato"/>
            </a:endParaRPr>
          </a:p>
          <a:p>
            <a:pPr indent="457200" lvl="0" marL="0" rtl="0" algn="l">
              <a:lnSpc>
                <a:spcPct val="115000"/>
              </a:lnSpc>
              <a:spcBef>
                <a:spcPts val="1200"/>
              </a:spcBef>
              <a:spcAft>
                <a:spcPts val="0"/>
              </a:spcAft>
              <a:buNone/>
            </a:pPr>
            <a:r>
              <a:rPr lang="ru-RU">
                <a:solidFill>
                  <a:schemeClr val="dk1"/>
                </a:solidFill>
                <a:latin typeface="Lato"/>
                <a:ea typeface="Lato"/>
                <a:cs typeface="Lato"/>
                <a:sym typeface="Lato"/>
              </a:rPr>
              <a:t>X – конечное непустое множество входных сигналов ;</a:t>
            </a:r>
            <a:endParaRPr>
              <a:solidFill>
                <a:schemeClr val="dk1"/>
              </a:solidFill>
              <a:latin typeface="Lato"/>
              <a:ea typeface="Lato"/>
              <a:cs typeface="Lato"/>
              <a:sym typeface="Lato"/>
            </a:endParaRPr>
          </a:p>
          <a:p>
            <a:pPr indent="457200" lvl="0" marL="0" rtl="0" algn="l">
              <a:lnSpc>
                <a:spcPct val="115000"/>
              </a:lnSpc>
              <a:spcBef>
                <a:spcPts val="1200"/>
              </a:spcBef>
              <a:spcAft>
                <a:spcPts val="0"/>
              </a:spcAft>
              <a:buNone/>
            </a:pPr>
            <a:r>
              <a:rPr lang="ru-RU">
                <a:solidFill>
                  <a:schemeClr val="dk1"/>
                </a:solidFill>
                <a:latin typeface="Lato"/>
                <a:ea typeface="Lato"/>
                <a:cs typeface="Lato"/>
                <a:sym typeface="Lato"/>
              </a:rPr>
              <a:t>S – конечное непустое множество состояний; </a:t>
            </a:r>
            <a:endParaRPr>
              <a:solidFill>
                <a:schemeClr val="dk1"/>
              </a:solidFill>
              <a:latin typeface="Lato"/>
              <a:ea typeface="Lato"/>
              <a:cs typeface="Lato"/>
              <a:sym typeface="Lato"/>
            </a:endParaRPr>
          </a:p>
          <a:p>
            <a:pPr indent="457200" lvl="0" marL="0" rtl="0" algn="l">
              <a:lnSpc>
                <a:spcPct val="115000"/>
              </a:lnSpc>
              <a:spcBef>
                <a:spcPts val="1200"/>
              </a:spcBef>
              <a:spcAft>
                <a:spcPts val="0"/>
              </a:spcAft>
              <a:buNone/>
            </a:pPr>
            <a:r>
              <a:rPr lang="ru-RU">
                <a:solidFill>
                  <a:schemeClr val="dk1"/>
                </a:solidFill>
                <a:latin typeface="Lato"/>
                <a:ea typeface="Lato"/>
                <a:cs typeface="Lato"/>
                <a:sym typeface="Lato"/>
              </a:rPr>
              <a:t>s0 – начальное состояние автомата, s0 ∈ S; </a:t>
            </a:r>
            <a:endParaRPr>
              <a:solidFill>
                <a:schemeClr val="dk1"/>
              </a:solidFill>
              <a:latin typeface="Lato"/>
              <a:ea typeface="Lato"/>
              <a:cs typeface="Lato"/>
              <a:sym typeface="Lato"/>
            </a:endParaRPr>
          </a:p>
          <a:p>
            <a:pPr indent="457200" lvl="0" marL="0" rtl="0" algn="l">
              <a:lnSpc>
                <a:spcPct val="115000"/>
              </a:lnSpc>
              <a:spcBef>
                <a:spcPts val="1200"/>
              </a:spcBef>
              <a:spcAft>
                <a:spcPts val="0"/>
              </a:spcAft>
              <a:buNone/>
            </a:pPr>
            <a:r>
              <a:rPr lang="ru-RU">
                <a:solidFill>
                  <a:schemeClr val="dk1"/>
                </a:solidFill>
                <a:latin typeface="Lato"/>
                <a:ea typeface="Lato"/>
                <a:cs typeface="Lato"/>
                <a:sym typeface="Lato"/>
              </a:rPr>
              <a:t>δ: S × X → S – функция переходов; </a:t>
            </a:r>
            <a:endParaRPr>
              <a:solidFill>
                <a:schemeClr val="dk1"/>
              </a:solidFill>
              <a:latin typeface="Lato"/>
              <a:ea typeface="Lato"/>
              <a:cs typeface="Lato"/>
              <a:sym typeface="Lato"/>
            </a:endParaRPr>
          </a:p>
          <a:p>
            <a:pPr indent="457200" lvl="0" marL="0" rtl="0" algn="l">
              <a:lnSpc>
                <a:spcPct val="115000"/>
              </a:lnSpc>
              <a:spcBef>
                <a:spcPts val="1200"/>
              </a:spcBef>
              <a:spcAft>
                <a:spcPts val="0"/>
              </a:spcAft>
              <a:buNone/>
            </a:pPr>
            <a:r>
              <a:rPr lang="ru-RU">
                <a:solidFill>
                  <a:schemeClr val="dk1"/>
                </a:solidFill>
                <a:latin typeface="Lato"/>
                <a:ea typeface="Lato"/>
                <a:cs typeface="Lato"/>
                <a:sym typeface="Lato"/>
              </a:rPr>
              <a:t>F – множество допускающих состояний, F ⊆ S.</a:t>
            </a:r>
            <a:endParaRPr>
              <a:solidFill>
                <a:schemeClr val="dk1"/>
              </a:solidFill>
              <a:latin typeface="Lato"/>
              <a:ea typeface="Lato"/>
              <a:cs typeface="Lato"/>
              <a:sym typeface="Lato"/>
            </a:endParaRPr>
          </a:p>
          <a:p>
            <a:pPr indent="0" lvl="0" marL="0" rtl="0" algn="l">
              <a:lnSpc>
                <a:spcPct val="115000"/>
              </a:lnSpc>
              <a:spcBef>
                <a:spcPts val="1200"/>
              </a:spcBef>
              <a:spcAft>
                <a:spcPts val="1200"/>
              </a:spcAft>
              <a:buNone/>
            </a:pPr>
            <a:r>
              <a:t/>
            </a:r>
            <a:endParaRPr>
              <a:solidFill>
                <a:schemeClr val="dk1"/>
              </a:solidFill>
              <a:latin typeface="Lato"/>
              <a:ea typeface="Lato"/>
              <a:cs typeface="Lato"/>
              <a:sym typeface="Lato"/>
            </a:endParaRPr>
          </a:p>
        </p:txBody>
      </p:sp>
      <p:pic>
        <p:nvPicPr>
          <p:cNvPr id="289" name="Google Shape;289;g1f58dad81a1_0_33"/>
          <p:cNvPicPr preferRelativeResize="0"/>
          <p:nvPr/>
        </p:nvPicPr>
        <p:blipFill rotWithShape="1">
          <a:blip r:embed="rId3">
            <a:alphaModFix/>
          </a:blip>
          <a:srcRect b="0" l="0" r="0" t="0"/>
          <a:stretch/>
        </p:blipFill>
        <p:spPr>
          <a:xfrm>
            <a:off x="5675699" y="49375"/>
            <a:ext cx="3429775" cy="1748122"/>
          </a:xfrm>
          <a:prstGeom prst="rect">
            <a:avLst/>
          </a:prstGeom>
          <a:noFill/>
          <a:ln>
            <a:noFill/>
          </a:ln>
        </p:spPr>
      </p:pic>
      <p:pic>
        <p:nvPicPr>
          <p:cNvPr id="290" name="Google Shape;290;g1f58dad81a1_0_33"/>
          <p:cNvPicPr preferRelativeResize="0"/>
          <p:nvPr/>
        </p:nvPicPr>
        <p:blipFill rotWithShape="1">
          <a:blip r:embed="rId4">
            <a:alphaModFix/>
          </a:blip>
          <a:srcRect b="0" l="0" r="0" t="0"/>
          <a:stretch/>
        </p:blipFill>
        <p:spPr>
          <a:xfrm>
            <a:off x="5961075" y="1951750"/>
            <a:ext cx="2993302" cy="1969117"/>
          </a:xfrm>
          <a:prstGeom prst="rect">
            <a:avLst/>
          </a:prstGeom>
          <a:noFill/>
          <a:ln>
            <a:noFill/>
          </a:ln>
        </p:spPr>
      </p:pic>
      <p:sp>
        <p:nvSpPr>
          <p:cNvPr id="291" name="Google Shape;291;g1f58dad81a1_0_33"/>
          <p:cNvSpPr txBox="1"/>
          <p:nvPr/>
        </p:nvSpPr>
        <p:spPr>
          <a:xfrm>
            <a:off x="-62237" y="4852475"/>
            <a:ext cx="86190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0" i="0" lang="ru-RU" sz="800" u="none" cap="none" strike="noStrike">
                <a:solidFill>
                  <a:schemeClr val="dk1"/>
                </a:solidFill>
                <a:latin typeface="Arial"/>
                <a:ea typeface="Arial"/>
                <a:cs typeface="Arial"/>
                <a:sym typeface="Arial"/>
              </a:rPr>
              <a:t>Лаздин А. В. Формальные языки, грамматики, автоматы – СПб: Университет ИТМО, 2019 – 99 с.</a:t>
            </a:r>
            <a:endParaRPr b="0" i="0" sz="800" u="none" cap="none" strike="noStrike">
              <a:solidFill>
                <a:schemeClr val="dk1"/>
              </a:solidFill>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g1f58dad81a1_0_88"/>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3200"/>
              <a:buNone/>
            </a:pPr>
            <a:r>
              <a:rPr b="0" lang="ru-RU" sz="2200">
                <a:latin typeface="Golos Text"/>
                <a:ea typeface="Golos Text"/>
                <a:cs typeface="Golos Text"/>
                <a:sym typeface="Golos Text"/>
              </a:rPr>
              <a:t>Автоматы</a:t>
            </a:r>
            <a:endParaRPr/>
          </a:p>
        </p:txBody>
      </p:sp>
      <p:sp>
        <p:nvSpPr>
          <p:cNvPr id="297" name="Google Shape;297;g1f58dad81a1_0_8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sp>
        <p:nvSpPr>
          <p:cNvPr id="298" name="Google Shape;298;g1f58dad81a1_0_88"/>
          <p:cNvSpPr txBox="1"/>
          <p:nvPr/>
        </p:nvSpPr>
        <p:spPr>
          <a:xfrm>
            <a:off x="96225" y="826800"/>
            <a:ext cx="5767800" cy="3489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ru-RU">
                <a:solidFill>
                  <a:schemeClr val="dk1"/>
                </a:solidFill>
                <a:latin typeface="Lato"/>
                <a:ea typeface="Lato"/>
                <a:cs typeface="Lato"/>
                <a:sym typeface="Lato"/>
              </a:rPr>
              <a:t>Конечный автомат-преобразователь формально определяется как пятерка, или кортеж, следующим образом: </a:t>
            </a:r>
            <a:endParaRPr>
              <a:solidFill>
                <a:schemeClr val="dk1"/>
              </a:solidFill>
              <a:latin typeface="Lato"/>
              <a:ea typeface="Lato"/>
              <a:cs typeface="Lato"/>
              <a:sym typeface="Lato"/>
            </a:endParaRPr>
          </a:p>
          <a:p>
            <a:pPr indent="0" lvl="0" marL="0" rtl="0" algn="l">
              <a:lnSpc>
                <a:spcPct val="115000"/>
              </a:lnSpc>
              <a:spcBef>
                <a:spcPts val="1200"/>
              </a:spcBef>
              <a:spcAft>
                <a:spcPts val="0"/>
              </a:spcAft>
              <a:buNone/>
            </a:pPr>
            <a:r>
              <a:rPr lang="ru-RU" sz="1700">
                <a:solidFill>
                  <a:schemeClr val="dk1"/>
                </a:solidFill>
                <a:latin typeface="Lato"/>
                <a:ea typeface="Lato"/>
                <a:cs typeface="Lato"/>
                <a:sym typeface="Lato"/>
              </a:rPr>
              <a:t>A = (X, Y, S, s0, δ, F)</a:t>
            </a:r>
            <a:r>
              <a:rPr lang="ru-RU">
                <a:solidFill>
                  <a:schemeClr val="dk1"/>
                </a:solidFill>
                <a:latin typeface="Lato"/>
                <a:ea typeface="Lato"/>
                <a:cs typeface="Lato"/>
                <a:sym typeface="Lato"/>
              </a:rPr>
              <a:t>, где: </a:t>
            </a:r>
            <a:endParaRPr>
              <a:solidFill>
                <a:schemeClr val="dk1"/>
              </a:solidFill>
              <a:latin typeface="Lato"/>
              <a:ea typeface="Lato"/>
              <a:cs typeface="Lato"/>
              <a:sym typeface="Lato"/>
            </a:endParaRPr>
          </a:p>
          <a:p>
            <a:pPr indent="457200" lvl="0" marL="0" rtl="0" algn="l">
              <a:lnSpc>
                <a:spcPct val="115000"/>
              </a:lnSpc>
              <a:spcBef>
                <a:spcPts val="1200"/>
              </a:spcBef>
              <a:spcAft>
                <a:spcPts val="0"/>
              </a:spcAft>
              <a:buNone/>
            </a:pPr>
            <a:r>
              <a:rPr lang="ru-RU">
                <a:solidFill>
                  <a:schemeClr val="dk1"/>
                </a:solidFill>
                <a:latin typeface="Lato"/>
                <a:ea typeface="Lato"/>
                <a:cs typeface="Lato"/>
                <a:sym typeface="Lato"/>
              </a:rPr>
              <a:t>X – конечное непустое множество входных сигналов ;</a:t>
            </a:r>
            <a:endParaRPr>
              <a:solidFill>
                <a:schemeClr val="dk1"/>
              </a:solidFill>
              <a:latin typeface="Lato"/>
              <a:ea typeface="Lato"/>
              <a:cs typeface="Lato"/>
              <a:sym typeface="Lato"/>
            </a:endParaRPr>
          </a:p>
          <a:p>
            <a:pPr indent="457200" lvl="0" marL="0" rtl="0" algn="l">
              <a:lnSpc>
                <a:spcPct val="115000"/>
              </a:lnSpc>
              <a:spcBef>
                <a:spcPts val="1200"/>
              </a:spcBef>
              <a:spcAft>
                <a:spcPts val="0"/>
              </a:spcAft>
              <a:buNone/>
            </a:pPr>
            <a:r>
              <a:rPr lang="ru-RU">
                <a:solidFill>
                  <a:schemeClr val="dk1"/>
                </a:solidFill>
                <a:latin typeface="Lato"/>
                <a:ea typeface="Lato"/>
                <a:cs typeface="Lato"/>
                <a:sym typeface="Lato"/>
              </a:rPr>
              <a:t>Y – конечное непустое множество выходных сигналов;</a:t>
            </a:r>
            <a:endParaRPr>
              <a:solidFill>
                <a:schemeClr val="dk1"/>
              </a:solidFill>
              <a:latin typeface="Lato"/>
              <a:ea typeface="Lato"/>
              <a:cs typeface="Lato"/>
              <a:sym typeface="Lato"/>
            </a:endParaRPr>
          </a:p>
          <a:p>
            <a:pPr indent="457200" lvl="0" marL="0" rtl="0" algn="l">
              <a:lnSpc>
                <a:spcPct val="115000"/>
              </a:lnSpc>
              <a:spcBef>
                <a:spcPts val="1200"/>
              </a:spcBef>
              <a:spcAft>
                <a:spcPts val="0"/>
              </a:spcAft>
              <a:buNone/>
            </a:pPr>
            <a:r>
              <a:rPr lang="ru-RU">
                <a:solidFill>
                  <a:schemeClr val="dk1"/>
                </a:solidFill>
                <a:latin typeface="Lato"/>
                <a:ea typeface="Lato"/>
                <a:cs typeface="Lato"/>
                <a:sym typeface="Lato"/>
              </a:rPr>
              <a:t>S – конечное непустое множество состояний; </a:t>
            </a:r>
            <a:endParaRPr>
              <a:solidFill>
                <a:schemeClr val="dk1"/>
              </a:solidFill>
              <a:latin typeface="Lato"/>
              <a:ea typeface="Lato"/>
              <a:cs typeface="Lato"/>
              <a:sym typeface="Lato"/>
            </a:endParaRPr>
          </a:p>
          <a:p>
            <a:pPr indent="457200" lvl="0" marL="0" rtl="0" algn="l">
              <a:lnSpc>
                <a:spcPct val="115000"/>
              </a:lnSpc>
              <a:spcBef>
                <a:spcPts val="1200"/>
              </a:spcBef>
              <a:spcAft>
                <a:spcPts val="0"/>
              </a:spcAft>
              <a:buNone/>
            </a:pPr>
            <a:r>
              <a:rPr lang="ru-RU">
                <a:solidFill>
                  <a:schemeClr val="dk1"/>
                </a:solidFill>
                <a:latin typeface="Lato"/>
                <a:ea typeface="Lato"/>
                <a:cs typeface="Lato"/>
                <a:sym typeface="Lato"/>
              </a:rPr>
              <a:t>s0 – начальное состояние автомата, s0 ∈ S; </a:t>
            </a:r>
            <a:endParaRPr>
              <a:solidFill>
                <a:schemeClr val="dk1"/>
              </a:solidFill>
              <a:latin typeface="Lato"/>
              <a:ea typeface="Lato"/>
              <a:cs typeface="Lato"/>
              <a:sym typeface="Lato"/>
            </a:endParaRPr>
          </a:p>
          <a:p>
            <a:pPr indent="457200" lvl="0" marL="0" rtl="0" algn="l">
              <a:lnSpc>
                <a:spcPct val="115000"/>
              </a:lnSpc>
              <a:spcBef>
                <a:spcPts val="1200"/>
              </a:spcBef>
              <a:spcAft>
                <a:spcPts val="0"/>
              </a:spcAft>
              <a:buNone/>
            </a:pPr>
            <a:r>
              <a:rPr lang="ru-RU">
                <a:solidFill>
                  <a:schemeClr val="dk1"/>
                </a:solidFill>
                <a:latin typeface="Lato"/>
                <a:ea typeface="Lato"/>
                <a:cs typeface="Lato"/>
                <a:sym typeface="Lato"/>
              </a:rPr>
              <a:t>δ: S × X → S – функция переходов; </a:t>
            </a:r>
            <a:endParaRPr>
              <a:solidFill>
                <a:schemeClr val="dk1"/>
              </a:solidFill>
              <a:latin typeface="Lato"/>
              <a:ea typeface="Lato"/>
              <a:cs typeface="Lato"/>
              <a:sym typeface="Lato"/>
            </a:endParaRPr>
          </a:p>
          <a:p>
            <a:pPr indent="457200" lvl="0" marL="0" rtl="0" algn="l">
              <a:lnSpc>
                <a:spcPct val="115000"/>
              </a:lnSpc>
              <a:spcBef>
                <a:spcPts val="1200"/>
              </a:spcBef>
              <a:spcAft>
                <a:spcPts val="0"/>
              </a:spcAft>
              <a:buNone/>
            </a:pPr>
            <a:r>
              <a:rPr lang="ru-RU">
                <a:solidFill>
                  <a:schemeClr val="dk1"/>
                </a:solidFill>
                <a:latin typeface="Lato"/>
                <a:ea typeface="Lato"/>
                <a:cs typeface="Lato"/>
                <a:sym typeface="Lato"/>
              </a:rPr>
              <a:t>F – множество допускающих состояний, F ⊆ S.</a:t>
            </a:r>
            <a:endParaRPr>
              <a:solidFill>
                <a:schemeClr val="dk1"/>
              </a:solidFill>
              <a:latin typeface="Lato"/>
              <a:ea typeface="Lato"/>
              <a:cs typeface="Lato"/>
              <a:sym typeface="Lato"/>
            </a:endParaRPr>
          </a:p>
          <a:p>
            <a:pPr indent="0" lvl="0" marL="0" rtl="0" algn="l">
              <a:lnSpc>
                <a:spcPct val="115000"/>
              </a:lnSpc>
              <a:spcBef>
                <a:spcPts val="1200"/>
              </a:spcBef>
              <a:spcAft>
                <a:spcPts val="1200"/>
              </a:spcAft>
              <a:buNone/>
            </a:pPr>
            <a:r>
              <a:t/>
            </a:r>
            <a:endParaRPr>
              <a:solidFill>
                <a:schemeClr val="dk1"/>
              </a:solidFill>
              <a:latin typeface="Lato"/>
              <a:ea typeface="Lato"/>
              <a:cs typeface="Lato"/>
              <a:sym typeface="Lato"/>
            </a:endParaRPr>
          </a:p>
        </p:txBody>
      </p:sp>
      <p:pic>
        <p:nvPicPr>
          <p:cNvPr id="299" name="Google Shape;299;g1f58dad81a1_0_88"/>
          <p:cNvPicPr preferRelativeResize="0"/>
          <p:nvPr/>
        </p:nvPicPr>
        <p:blipFill rotWithShape="1">
          <a:blip r:embed="rId3">
            <a:alphaModFix/>
          </a:blip>
          <a:srcRect b="0" l="0" r="0" t="0"/>
          <a:stretch/>
        </p:blipFill>
        <p:spPr>
          <a:xfrm>
            <a:off x="5632500" y="75975"/>
            <a:ext cx="3417675" cy="2137896"/>
          </a:xfrm>
          <a:prstGeom prst="rect">
            <a:avLst/>
          </a:prstGeom>
          <a:noFill/>
          <a:ln>
            <a:noFill/>
          </a:ln>
        </p:spPr>
      </p:pic>
      <p:sp>
        <p:nvSpPr>
          <p:cNvPr id="300" name="Google Shape;300;g1f58dad81a1_0_88"/>
          <p:cNvSpPr txBox="1"/>
          <p:nvPr/>
        </p:nvSpPr>
        <p:spPr>
          <a:xfrm>
            <a:off x="-62237" y="4852475"/>
            <a:ext cx="86190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0" i="0" lang="ru-RU" sz="800" u="none" cap="none" strike="noStrike">
                <a:solidFill>
                  <a:schemeClr val="dk1"/>
                </a:solidFill>
                <a:latin typeface="Arial"/>
                <a:ea typeface="Arial"/>
                <a:cs typeface="Arial"/>
                <a:sym typeface="Arial"/>
              </a:rPr>
              <a:t>Лаздин А. В. Формальные языки, грамматики, автоматы – СПб: Университет ИТМО, 2019 – 99 с.</a:t>
            </a:r>
            <a:endParaRPr b="0" i="0" sz="800" u="none" cap="none" strike="noStrike">
              <a:solidFill>
                <a:schemeClr val="dk1"/>
              </a:solidFill>
              <a:latin typeface="Lato"/>
              <a:ea typeface="Lato"/>
              <a:cs typeface="Lato"/>
              <a:sym typeface="La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g1f58dad81a1_0_93"/>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3200"/>
              <a:buNone/>
            </a:pPr>
            <a:r>
              <a:rPr b="0" lang="ru-RU" sz="2200">
                <a:latin typeface="Golos Text"/>
                <a:ea typeface="Golos Text"/>
                <a:cs typeface="Golos Text"/>
                <a:sym typeface="Golos Text"/>
              </a:rPr>
              <a:t>Автоматные модели</a:t>
            </a:r>
            <a:endParaRPr/>
          </a:p>
        </p:txBody>
      </p:sp>
      <p:sp>
        <p:nvSpPr>
          <p:cNvPr id="306" name="Google Shape;306;g1f58dad81a1_0_9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sp>
        <p:nvSpPr>
          <p:cNvPr id="307" name="Google Shape;307;g1f58dad81a1_0_93"/>
          <p:cNvSpPr txBox="1"/>
          <p:nvPr/>
        </p:nvSpPr>
        <p:spPr>
          <a:xfrm>
            <a:off x="1052550" y="1084500"/>
            <a:ext cx="7038900" cy="13731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1200"/>
              </a:spcAft>
              <a:buNone/>
            </a:pPr>
            <a:r>
              <a:rPr b="1" lang="ru-RU" sz="1700">
                <a:solidFill>
                  <a:schemeClr val="dk1"/>
                </a:solidFill>
                <a:latin typeface="Lato"/>
                <a:ea typeface="Lato"/>
                <a:cs typeface="Lato"/>
                <a:sym typeface="Lato"/>
              </a:rPr>
              <a:t>Автоматными моделями</a:t>
            </a:r>
            <a:r>
              <a:rPr lang="ru-RU" sz="1700">
                <a:solidFill>
                  <a:schemeClr val="dk1"/>
                </a:solidFill>
                <a:latin typeface="Lato"/>
                <a:ea typeface="Lato"/>
                <a:cs typeface="Lato"/>
                <a:sym typeface="Lato"/>
              </a:rPr>
              <a:t> будем называть информационную модель, использующую моделирование объектов реального мира с помощью набора состояний и переходов между ними при получаемом очередном сигнале. Примеры автоматных моделей - ДКА, НКА, МП-автомат и проч.</a:t>
            </a:r>
            <a:endParaRPr sz="1700">
              <a:solidFill>
                <a:schemeClr val="dk1"/>
              </a:solidFill>
              <a:latin typeface="Lato"/>
              <a:ea typeface="Lato"/>
              <a:cs typeface="Lato"/>
              <a:sym typeface="Lato"/>
            </a:endParaRPr>
          </a:p>
        </p:txBody>
      </p:sp>
      <p:pic>
        <p:nvPicPr>
          <p:cNvPr id="308" name="Google Shape;308;g1f58dad81a1_0_93"/>
          <p:cNvPicPr preferRelativeResize="0"/>
          <p:nvPr/>
        </p:nvPicPr>
        <p:blipFill rotWithShape="1">
          <a:blip r:embed="rId3">
            <a:alphaModFix/>
          </a:blip>
          <a:srcRect b="0" l="0" r="0" t="0"/>
          <a:stretch/>
        </p:blipFill>
        <p:spPr>
          <a:xfrm>
            <a:off x="1200588" y="2457600"/>
            <a:ext cx="6338472" cy="24781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g1f58dad81a1_0_98"/>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3200"/>
              <a:buNone/>
            </a:pPr>
            <a:r>
              <a:rPr b="0" lang="ru-RU" sz="2200">
                <a:latin typeface="Golos Text"/>
                <a:ea typeface="Golos Text"/>
                <a:cs typeface="Golos Text"/>
                <a:sym typeface="Golos Text"/>
              </a:rPr>
              <a:t>Автоматные модели</a:t>
            </a:r>
            <a:endParaRPr/>
          </a:p>
        </p:txBody>
      </p:sp>
      <p:sp>
        <p:nvSpPr>
          <p:cNvPr id="314" name="Google Shape;314;g1f58dad81a1_0_9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pic>
        <p:nvPicPr>
          <p:cNvPr id="315" name="Google Shape;315;g1f58dad81a1_0_98"/>
          <p:cNvPicPr preferRelativeResize="0"/>
          <p:nvPr/>
        </p:nvPicPr>
        <p:blipFill rotWithShape="1">
          <a:blip r:embed="rId3">
            <a:alphaModFix/>
          </a:blip>
          <a:srcRect b="0" l="0" r="0" t="0"/>
          <a:stretch/>
        </p:blipFill>
        <p:spPr>
          <a:xfrm>
            <a:off x="434063" y="979050"/>
            <a:ext cx="8275874" cy="39399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g1f58dad81a1_0_103"/>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3200"/>
              <a:buNone/>
            </a:pPr>
            <a:r>
              <a:rPr b="0" lang="ru-RU" sz="2200">
                <a:latin typeface="Golos Text"/>
                <a:ea typeface="Golos Text"/>
                <a:cs typeface="Golos Text"/>
                <a:sym typeface="Golos Text"/>
              </a:rPr>
              <a:t>Построение автомата </a:t>
            </a:r>
            <a:endParaRPr/>
          </a:p>
        </p:txBody>
      </p:sp>
      <p:sp>
        <p:nvSpPr>
          <p:cNvPr id="321" name="Google Shape;321;g1f58dad81a1_0_10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sp>
        <p:nvSpPr>
          <p:cNvPr id="322" name="Google Shape;322;g1f58dad81a1_0_103"/>
          <p:cNvSpPr txBox="1"/>
          <p:nvPr/>
        </p:nvSpPr>
        <p:spPr>
          <a:xfrm>
            <a:off x="96225" y="1258050"/>
            <a:ext cx="8925000" cy="1565100"/>
          </a:xfrm>
          <a:prstGeom prst="rect">
            <a:avLst/>
          </a:prstGeom>
          <a:noFill/>
          <a:ln>
            <a:noFill/>
          </a:ln>
        </p:spPr>
        <p:txBody>
          <a:bodyPr anchorCtr="0" anchor="t" bIns="91425" lIns="91425" spcFirstLastPara="1" rIns="91425" wrap="square" tIns="91425">
            <a:noAutofit/>
          </a:bodyPr>
          <a:lstStyle/>
          <a:p>
            <a:pPr indent="457200" lvl="0" marL="0" rtl="0" algn="l">
              <a:lnSpc>
                <a:spcPct val="115000"/>
              </a:lnSpc>
              <a:spcBef>
                <a:spcPts val="0"/>
              </a:spcBef>
              <a:spcAft>
                <a:spcPts val="0"/>
              </a:spcAft>
              <a:buNone/>
            </a:pPr>
            <a:r>
              <a:rPr b="1" lang="ru-RU" sz="1700">
                <a:solidFill>
                  <a:schemeClr val="dk1"/>
                </a:solidFill>
                <a:latin typeface="Lato"/>
                <a:ea typeface="Lato"/>
                <a:cs typeface="Lato"/>
                <a:sym typeface="Lato"/>
              </a:rPr>
              <a:t>Построить конечный автомат, который будет извлекать ритмические конструкции из ABC-нотации (K:C, L:1/8, M:2/4):</a:t>
            </a:r>
            <a:endParaRPr b="1" sz="1700">
              <a:solidFill>
                <a:schemeClr val="dk1"/>
              </a:solidFill>
              <a:latin typeface="Lato"/>
              <a:ea typeface="Lato"/>
              <a:cs typeface="Lato"/>
              <a:sym typeface="Lato"/>
            </a:endParaRPr>
          </a:p>
          <a:p>
            <a:pPr indent="457200" lvl="0" marL="0" rtl="0" algn="l">
              <a:lnSpc>
                <a:spcPct val="115000"/>
              </a:lnSpc>
              <a:spcBef>
                <a:spcPts val="1200"/>
              </a:spcBef>
              <a:spcAft>
                <a:spcPts val="0"/>
              </a:spcAft>
              <a:buNone/>
            </a:pPr>
            <a:r>
              <a:rPr lang="ru-RU" sz="1700">
                <a:solidFill>
                  <a:schemeClr val="dk1"/>
                </a:solidFill>
                <a:latin typeface="Lato"/>
                <a:ea typeface="Lato"/>
                <a:cs typeface="Lato"/>
                <a:sym typeface="Lato"/>
              </a:rPr>
              <a:t>[CEG]4|C/2C/2C/2C/2AF|[Ee]2[Dd]2|[CGc]2&gt;[CGc]2|(3CcC[Cceg]2|</a:t>
            </a:r>
            <a:endParaRPr sz="1700">
              <a:solidFill>
                <a:schemeClr val="dk1"/>
              </a:solidFill>
              <a:latin typeface="Lato"/>
              <a:ea typeface="Lato"/>
              <a:cs typeface="Lato"/>
              <a:sym typeface="Lato"/>
            </a:endParaRPr>
          </a:p>
          <a:p>
            <a:pPr indent="0" lvl="0" marL="0" rtl="0" algn="l">
              <a:lnSpc>
                <a:spcPct val="115000"/>
              </a:lnSpc>
              <a:spcBef>
                <a:spcPts val="1200"/>
              </a:spcBef>
              <a:spcAft>
                <a:spcPts val="1200"/>
              </a:spcAft>
              <a:buNone/>
            </a:pPr>
            <a:r>
              <a:t/>
            </a:r>
            <a:endParaRPr sz="1700">
              <a:solidFill>
                <a:schemeClr val="dk1"/>
              </a:solidFill>
              <a:latin typeface="Lato"/>
              <a:ea typeface="Lato"/>
              <a:cs typeface="Lato"/>
              <a:sym typeface="Lato"/>
            </a:endParaRPr>
          </a:p>
        </p:txBody>
      </p:sp>
      <p:pic>
        <p:nvPicPr>
          <p:cNvPr id="323" name="Google Shape;323;g1f58dad81a1_0_103"/>
          <p:cNvPicPr preferRelativeResize="0"/>
          <p:nvPr/>
        </p:nvPicPr>
        <p:blipFill rotWithShape="1">
          <a:blip r:embed="rId3">
            <a:alphaModFix/>
          </a:blip>
          <a:srcRect b="0" l="0" r="0" t="0"/>
          <a:stretch/>
        </p:blipFill>
        <p:spPr>
          <a:xfrm>
            <a:off x="152400" y="3392600"/>
            <a:ext cx="5743575" cy="1371600"/>
          </a:xfrm>
          <a:prstGeom prst="rect">
            <a:avLst/>
          </a:prstGeom>
          <a:noFill/>
          <a:ln>
            <a:noFill/>
          </a:ln>
        </p:spPr>
      </p:pic>
      <p:sp>
        <p:nvSpPr>
          <p:cNvPr id="324" name="Google Shape;324;g1f58dad81a1_0_103"/>
          <p:cNvSpPr txBox="1"/>
          <p:nvPr/>
        </p:nvSpPr>
        <p:spPr>
          <a:xfrm>
            <a:off x="5895975" y="4360475"/>
            <a:ext cx="30000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1000"/>
              <a:buFont typeface="Arial"/>
              <a:buNone/>
            </a:pPr>
            <a:r>
              <a:rPr b="0" i="0" lang="ru-RU" sz="1000" u="none" cap="none" strike="noStrike">
                <a:solidFill>
                  <a:schemeClr val="dk1"/>
                </a:solidFill>
                <a:latin typeface="Lato"/>
                <a:ea typeface="Lato"/>
                <a:cs typeface="Lato"/>
                <a:sym typeface="Lato"/>
              </a:rPr>
              <a:t>https://www.abcjs.net/abcjs-editor.html</a:t>
            </a:r>
            <a:endParaRPr b="0" i="0" sz="1000" u="none" cap="none" strike="noStrike">
              <a:solidFill>
                <a:schemeClr val="dk1"/>
              </a:solidFill>
              <a:latin typeface="Arial"/>
              <a:ea typeface="Arial"/>
              <a:cs typeface="Arial"/>
              <a:sym typeface="Arial"/>
            </a:endParaRPr>
          </a:p>
        </p:txBody>
      </p:sp>
      <p:pic>
        <p:nvPicPr>
          <p:cNvPr id="325" name="Google Shape;325;g1f58dad81a1_0_103"/>
          <p:cNvPicPr preferRelativeResize="0"/>
          <p:nvPr/>
        </p:nvPicPr>
        <p:blipFill rotWithShape="1">
          <a:blip r:embed="rId4">
            <a:alphaModFix/>
          </a:blip>
          <a:srcRect b="0" l="0" r="0" t="0"/>
          <a:stretch/>
        </p:blipFill>
        <p:spPr>
          <a:xfrm>
            <a:off x="1609502" y="2426775"/>
            <a:ext cx="7534498" cy="15651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g1f58dad81a1_0_358"/>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3200"/>
              <a:buNone/>
            </a:pPr>
            <a:r>
              <a:rPr b="0" lang="ru-RU" sz="2200">
                <a:latin typeface="Golos Text"/>
                <a:ea typeface="Golos Text"/>
                <a:cs typeface="Golos Text"/>
                <a:sym typeface="Golos Text"/>
              </a:rPr>
              <a:t>Построение автомата </a:t>
            </a:r>
            <a:endParaRPr/>
          </a:p>
        </p:txBody>
      </p:sp>
      <p:sp>
        <p:nvSpPr>
          <p:cNvPr id="331" name="Google Shape;331;g1f58dad81a1_0_35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sp>
        <p:nvSpPr>
          <p:cNvPr id="332" name="Google Shape;332;g1f58dad81a1_0_358"/>
          <p:cNvSpPr txBox="1"/>
          <p:nvPr/>
        </p:nvSpPr>
        <p:spPr>
          <a:xfrm>
            <a:off x="219000" y="1023525"/>
            <a:ext cx="7513200" cy="393600"/>
          </a:xfrm>
          <a:prstGeom prst="rect">
            <a:avLst/>
          </a:prstGeom>
          <a:noFill/>
          <a:ln>
            <a:noFill/>
          </a:ln>
        </p:spPr>
        <p:txBody>
          <a:bodyPr anchorCtr="0" anchor="t" bIns="91425" lIns="91425" spcFirstLastPara="1" rIns="91425" wrap="square" tIns="91425">
            <a:noAutofit/>
          </a:bodyPr>
          <a:lstStyle/>
          <a:p>
            <a:pPr indent="457200" lvl="0" marL="0" rtl="0" algn="l">
              <a:lnSpc>
                <a:spcPct val="115000"/>
              </a:lnSpc>
              <a:spcBef>
                <a:spcPts val="1200"/>
              </a:spcBef>
              <a:spcAft>
                <a:spcPts val="0"/>
              </a:spcAft>
              <a:buNone/>
            </a:pPr>
            <a:r>
              <a:rPr lang="ru-RU" sz="1700">
                <a:solidFill>
                  <a:schemeClr val="accent1"/>
                </a:solidFill>
                <a:latin typeface="Lato"/>
                <a:ea typeface="Lato"/>
                <a:cs typeface="Lato"/>
                <a:sym typeface="Lato"/>
              </a:rPr>
              <a:t>[</a:t>
            </a:r>
            <a:r>
              <a:rPr lang="ru-RU" sz="1700">
                <a:solidFill>
                  <a:schemeClr val="dk1"/>
                </a:solidFill>
                <a:latin typeface="Lato"/>
                <a:ea typeface="Lato"/>
                <a:cs typeface="Lato"/>
                <a:sym typeface="Lato"/>
              </a:rPr>
              <a:t>CEG]4|C/2C/2C/2C/2AF|[Ee]2[Dd]2|[CGc]2&gt;[CGc]2|(3CcC[Cceg]2|</a:t>
            </a:r>
            <a:endParaRPr sz="1700">
              <a:solidFill>
                <a:schemeClr val="dk1"/>
              </a:solidFill>
              <a:latin typeface="Lato"/>
              <a:ea typeface="Lato"/>
              <a:cs typeface="Lato"/>
              <a:sym typeface="Lato"/>
            </a:endParaRPr>
          </a:p>
        </p:txBody>
      </p:sp>
      <p:sp>
        <p:nvSpPr>
          <p:cNvPr id="333" name="Google Shape;333;g1f58dad81a1_0_358"/>
          <p:cNvSpPr/>
          <p:nvPr/>
        </p:nvSpPr>
        <p:spPr>
          <a:xfrm>
            <a:off x="1326975" y="2288700"/>
            <a:ext cx="630900" cy="566100"/>
          </a:xfrm>
          <a:prstGeom prst="ellipse">
            <a:avLst/>
          </a:prstGeom>
          <a:solidFill>
            <a:srgbClr val="D9EAD3"/>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RU">
                <a:latin typeface="Golos Text"/>
                <a:ea typeface="Golos Text"/>
                <a:cs typeface="Golos Text"/>
                <a:sym typeface="Golos Text"/>
              </a:rPr>
              <a:t>S1</a:t>
            </a:r>
            <a:endParaRPr>
              <a:latin typeface="Golos Text"/>
              <a:ea typeface="Golos Text"/>
              <a:cs typeface="Golos Text"/>
              <a:sym typeface="Golos Text"/>
            </a:endParaRPr>
          </a:p>
        </p:txBody>
      </p:sp>
      <p:sp>
        <p:nvSpPr>
          <p:cNvPr id="334" name="Google Shape;334;g1f58dad81a1_0_358"/>
          <p:cNvSpPr/>
          <p:nvPr/>
        </p:nvSpPr>
        <p:spPr>
          <a:xfrm>
            <a:off x="3040200" y="1802225"/>
            <a:ext cx="630900" cy="566100"/>
          </a:xfrm>
          <a:prstGeom prst="ellipse">
            <a:avLst/>
          </a:prstGeom>
          <a:solidFill>
            <a:srgbClr val="C9DAF8"/>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RU">
                <a:latin typeface="Golos Text"/>
                <a:ea typeface="Golos Text"/>
                <a:cs typeface="Golos Text"/>
                <a:sym typeface="Golos Text"/>
              </a:rPr>
              <a:t>S2</a:t>
            </a:r>
            <a:endParaRPr>
              <a:latin typeface="Golos Text"/>
              <a:ea typeface="Golos Text"/>
              <a:cs typeface="Golos Text"/>
              <a:sym typeface="Golos Text"/>
            </a:endParaRPr>
          </a:p>
        </p:txBody>
      </p:sp>
      <p:cxnSp>
        <p:nvCxnSpPr>
          <p:cNvPr id="335" name="Google Shape;335;g1f58dad81a1_0_358"/>
          <p:cNvCxnSpPr>
            <a:stCxn id="333" idx="0"/>
            <a:endCxn id="334" idx="1"/>
          </p:cNvCxnSpPr>
          <p:nvPr/>
        </p:nvCxnSpPr>
        <p:spPr>
          <a:xfrm rot="-5400000">
            <a:off x="2185725" y="1341900"/>
            <a:ext cx="403500" cy="1490100"/>
          </a:xfrm>
          <a:prstGeom prst="curvedConnector3">
            <a:avLst>
              <a:gd fmla="val 179579" name="adj1"/>
            </a:avLst>
          </a:prstGeom>
          <a:noFill/>
          <a:ln cap="flat" cmpd="sng" w="9525">
            <a:solidFill>
              <a:schemeClr val="dk2"/>
            </a:solidFill>
            <a:prstDash val="solid"/>
            <a:round/>
            <a:headEnd len="med" w="med" type="none"/>
            <a:tailEnd len="med" w="med" type="stealth"/>
          </a:ln>
        </p:spPr>
      </p:cxnSp>
      <p:sp>
        <p:nvSpPr>
          <p:cNvPr id="336" name="Google Shape;336;g1f58dad81a1_0_358"/>
          <p:cNvSpPr txBox="1"/>
          <p:nvPr/>
        </p:nvSpPr>
        <p:spPr>
          <a:xfrm>
            <a:off x="2038650" y="1676300"/>
            <a:ext cx="4773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2000">
                <a:solidFill>
                  <a:schemeClr val="dk1"/>
                </a:solidFill>
                <a:latin typeface="Golos Text"/>
                <a:ea typeface="Golos Text"/>
                <a:cs typeface="Golos Text"/>
                <a:sym typeface="Golos Text"/>
              </a:rPr>
              <a:t>[</a:t>
            </a:r>
            <a:endParaRPr sz="2000">
              <a:solidFill>
                <a:schemeClr val="dk1"/>
              </a:solidFill>
              <a:latin typeface="Golos Text"/>
              <a:ea typeface="Golos Text"/>
              <a:cs typeface="Golos Text"/>
              <a:sym typeface="Golos Tex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g1f58dad81a1_0_373"/>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3200"/>
              <a:buNone/>
            </a:pPr>
            <a:r>
              <a:rPr b="0" lang="ru-RU" sz="2200">
                <a:latin typeface="Golos Text"/>
                <a:ea typeface="Golos Text"/>
                <a:cs typeface="Golos Text"/>
                <a:sym typeface="Golos Text"/>
              </a:rPr>
              <a:t>Построение автомата </a:t>
            </a:r>
            <a:endParaRPr/>
          </a:p>
        </p:txBody>
      </p:sp>
      <p:sp>
        <p:nvSpPr>
          <p:cNvPr id="342" name="Google Shape;342;g1f58dad81a1_0_37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sp>
        <p:nvSpPr>
          <p:cNvPr id="343" name="Google Shape;343;g1f58dad81a1_0_373"/>
          <p:cNvSpPr txBox="1"/>
          <p:nvPr/>
        </p:nvSpPr>
        <p:spPr>
          <a:xfrm>
            <a:off x="219000" y="1023525"/>
            <a:ext cx="7513200" cy="393600"/>
          </a:xfrm>
          <a:prstGeom prst="rect">
            <a:avLst/>
          </a:prstGeom>
          <a:noFill/>
          <a:ln>
            <a:noFill/>
          </a:ln>
        </p:spPr>
        <p:txBody>
          <a:bodyPr anchorCtr="0" anchor="t" bIns="91425" lIns="91425" spcFirstLastPara="1" rIns="91425" wrap="square" tIns="91425">
            <a:noAutofit/>
          </a:bodyPr>
          <a:lstStyle/>
          <a:p>
            <a:pPr indent="457200" lvl="0" marL="0" rtl="0" algn="l">
              <a:lnSpc>
                <a:spcPct val="115000"/>
              </a:lnSpc>
              <a:spcBef>
                <a:spcPts val="1200"/>
              </a:spcBef>
              <a:spcAft>
                <a:spcPts val="0"/>
              </a:spcAft>
              <a:buNone/>
            </a:pPr>
            <a:r>
              <a:rPr lang="ru-RU" sz="1700">
                <a:solidFill>
                  <a:schemeClr val="dk1"/>
                </a:solidFill>
                <a:latin typeface="Lato"/>
                <a:ea typeface="Lato"/>
                <a:cs typeface="Lato"/>
                <a:sym typeface="Lato"/>
              </a:rPr>
              <a:t>[C</a:t>
            </a:r>
            <a:r>
              <a:rPr lang="ru-RU" sz="1700">
                <a:solidFill>
                  <a:schemeClr val="accent1"/>
                </a:solidFill>
                <a:latin typeface="Lato"/>
                <a:ea typeface="Lato"/>
                <a:cs typeface="Lato"/>
                <a:sym typeface="Lato"/>
              </a:rPr>
              <a:t>EG]</a:t>
            </a:r>
            <a:r>
              <a:rPr lang="ru-RU" sz="1700">
                <a:solidFill>
                  <a:schemeClr val="dk1"/>
                </a:solidFill>
                <a:latin typeface="Lato"/>
                <a:ea typeface="Lato"/>
                <a:cs typeface="Lato"/>
                <a:sym typeface="Lato"/>
              </a:rPr>
              <a:t>4|C/2C/2C/2C/2AF|[Ee]2[Dd]2|[CGc]2&gt;[CGc]2|(3CcC[Cceg]2|</a:t>
            </a:r>
            <a:endParaRPr sz="1700">
              <a:solidFill>
                <a:schemeClr val="dk1"/>
              </a:solidFill>
              <a:latin typeface="Lato"/>
              <a:ea typeface="Lato"/>
              <a:cs typeface="Lato"/>
              <a:sym typeface="Lato"/>
            </a:endParaRPr>
          </a:p>
        </p:txBody>
      </p:sp>
      <p:sp>
        <p:nvSpPr>
          <p:cNvPr id="344" name="Google Shape;344;g1f58dad81a1_0_373"/>
          <p:cNvSpPr/>
          <p:nvPr/>
        </p:nvSpPr>
        <p:spPr>
          <a:xfrm>
            <a:off x="1326975" y="2288700"/>
            <a:ext cx="630900" cy="566100"/>
          </a:xfrm>
          <a:prstGeom prst="ellipse">
            <a:avLst/>
          </a:prstGeom>
          <a:solidFill>
            <a:srgbClr val="D9EAD3"/>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RU">
                <a:latin typeface="Golos Text"/>
                <a:ea typeface="Golos Text"/>
                <a:cs typeface="Golos Text"/>
                <a:sym typeface="Golos Text"/>
              </a:rPr>
              <a:t>S1</a:t>
            </a:r>
            <a:endParaRPr>
              <a:latin typeface="Golos Text"/>
              <a:ea typeface="Golos Text"/>
              <a:cs typeface="Golos Text"/>
              <a:sym typeface="Golos Text"/>
            </a:endParaRPr>
          </a:p>
        </p:txBody>
      </p:sp>
      <p:sp>
        <p:nvSpPr>
          <p:cNvPr id="345" name="Google Shape;345;g1f58dad81a1_0_373"/>
          <p:cNvSpPr/>
          <p:nvPr/>
        </p:nvSpPr>
        <p:spPr>
          <a:xfrm>
            <a:off x="3040200" y="1802225"/>
            <a:ext cx="630900" cy="566100"/>
          </a:xfrm>
          <a:prstGeom prst="ellipse">
            <a:avLst/>
          </a:prstGeom>
          <a:solidFill>
            <a:srgbClr val="C9DAF8"/>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RU">
                <a:latin typeface="Golos Text"/>
                <a:ea typeface="Golos Text"/>
                <a:cs typeface="Golos Text"/>
                <a:sym typeface="Golos Text"/>
              </a:rPr>
              <a:t>S2</a:t>
            </a:r>
            <a:endParaRPr>
              <a:latin typeface="Golos Text"/>
              <a:ea typeface="Golos Text"/>
              <a:cs typeface="Golos Text"/>
              <a:sym typeface="Golos Text"/>
            </a:endParaRPr>
          </a:p>
        </p:txBody>
      </p:sp>
      <p:cxnSp>
        <p:nvCxnSpPr>
          <p:cNvPr id="346" name="Google Shape;346;g1f58dad81a1_0_373"/>
          <p:cNvCxnSpPr>
            <a:stCxn id="344" idx="0"/>
            <a:endCxn id="345" idx="1"/>
          </p:cNvCxnSpPr>
          <p:nvPr/>
        </p:nvCxnSpPr>
        <p:spPr>
          <a:xfrm rot="-5400000">
            <a:off x="2185725" y="1341900"/>
            <a:ext cx="403500" cy="1490100"/>
          </a:xfrm>
          <a:prstGeom prst="curvedConnector3">
            <a:avLst>
              <a:gd fmla="val 179579" name="adj1"/>
            </a:avLst>
          </a:prstGeom>
          <a:noFill/>
          <a:ln cap="flat" cmpd="sng" w="9525">
            <a:solidFill>
              <a:schemeClr val="dk2"/>
            </a:solidFill>
            <a:prstDash val="solid"/>
            <a:round/>
            <a:headEnd len="med" w="med" type="none"/>
            <a:tailEnd len="med" w="med" type="stealth"/>
          </a:ln>
        </p:spPr>
      </p:cxnSp>
      <p:sp>
        <p:nvSpPr>
          <p:cNvPr id="347" name="Google Shape;347;g1f58dad81a1_0_373"/>
          <p:cNvSpPr txBox="1"/>
          <p:nvPr/>
        </p:nvSpPr>
        <p:spPr>
          <a:xfrm>
            <a:off x="2038650" y="1676300"/>
            <a:ext cx="4773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2000">
                <a:solidFill>
                  <a:schemeClr val="dk1"/>
                </a:solidFill>
                <a:latin typeface="Golos Text"/>
                <a:ea typeface="Golos Text"/>
                <a:cs typeface="Golos Text"/>
                <a:sym typeface="Golos Text"/>
              </a:rPr>
              <a:t>[</a:t>
            </a:r>
            <a:endParaRPr sz="2000">
              <a:solidFill>
                <a:schemeClr val="dk1"/>
              </a:solidFill>
              <a:latin typeface="Golos Text"/>
              <a:ea typeface="Golos Text"/>
              <a:cs typeface="Golos Text"/>
              <a:sym typeface="Golos Text"/>
            </a:endParaRPr>
          </a:p>
        </p:txBody>
      </p:sp>
      <p:cxnSp>
        <p:nvCxnSpPr>
          <p:cNvPr id="348" name="Google Shape;348;g1f58dad81a1_0_373"/>
          <p:cNvCxnSpPr>
            <a:stCxn id="345" idx="0"/>
            <a:endCxn id="345" idx="7"/>
          </p:cNvCxnSpPr>
          <p:nvPr/>
        </p:nvCxnSpPr>
        <p:spPr>
          <a:xfrm flipH="1" rot="-5400000">
            <a:off x="3425850" y="1732025"/>
            <a:ext cx="82800" cy="223200"/>
          </a:xfrm>
          <a:prstGeom prst="curvedConnector3">
            <a:avLst>
              <a:gd fmla="val -387560" name="adj1"/>
            </a:avLst>
          </a:prstGeom>
          <a:noFill/>
          <a:ln cap="flat" cmpd="sng" w="9525">
            <a:solidFill>
              <a:schemeClr val="dk2"/>
            </a:solidFill>
            <a:prstDash val="solid"/>
            <a:round/>
            <a:headEnd len="med" w="med" type="none"/>
            <a:tailEnd len="med" w="med" type="stealth"/>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g1f58dad81a1_0_380"/>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3200"/>
              <a:buNone/>
            </a:pPr>
            <a:r>
              <a:rPr b="0" lang="ru-RU" sz="2200">
                <a:latin typeface="Golos Text"/>
                <a:ea typeface="Golos Text"/>
                <a:cs typeface="Golos Text"/>
                <a:sym typeface="Golos Text"/>
              </a:rPr>
              <a:t>Построение автомата </a:t>
            </a:r>
            <a:endParaRPr/>
          </a:p>
        </p:txBody>
      </p:sp>
      <p:sp>
        <p:nvSpPr>
          <p:cNvPr id="354" name="Google Shape;354;g1f58dad81a1_0_38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sp>
        <p:nvSpPr>
          <p:cNvPr id="355" name="Google Shape;355;g1f58dad81a1_0_380"/>
          <p:cNvSpPr txBox="1"/>
          <p:nvPr/>
        </p:nvSpPr>
        <p:spPr>
          <a:xfrm>
            <a:off x="219000" y="1023525"/>
            <a:ext cx="7513200" cy="393600"/>
          </a:xfrm>
          <a:prstGeom prst="rect">
            <a:avLst/>
          </a:prstGeom>
          <a:noFill/>
          <a:ln>
            <a:noFill/>
          </a:ln>
        </p:spPr>
        <p:txBody>
          <a:bodyPr anchorCtr="0" anchor="t" bIns="91425" lIns="91425" spcFirstLastPara="1" rIns="91425" wrap="square" tIns="91425">
            <a:noAutofit/>
          </a:bodyPr>
          <a:lstStyle/>
          <a:p>
            <a:pPr indent="457200" lvl="0" marL="0" rtl="0" algn="l">
              <a:lnSpc>
                <a:spcPct val="115000"/>
              </a:lnSpc>
              <a:spcBef>
                <a:spcPts val="1200"/>
              </a:spcBef>
              <a:spcAft>
                <a:spcPts val="0"/>
              </a:spcAft>
              <a:buNone/>
            </a:pPr>
            <a:r>
              <a:rPr lang="ru-RU" sz="1700">
                <a:solidFill>
                  <a:schemeClr val="dk1"/>
                </a:solidFill>
                <a:latin typeface="Lato"/>
                <a:ea typeface="Lato"/>
                <a:cs typeface="Lato"/>
                <a:sym typeface="Lato"/>
              </a:rPr>
              <a:t>[CEG]</a:t>
            </a:r>
            <a:r>
              <a:rPr lang="ru-RU" sz="1700">
                <a:solidFill>
                  <a:schemeClr val="accent1"/>
                </a:solidFill>
                <a:latin typeface="Lato"/>
                <a:ea typeface="Lato"/>
                <a:cs typeface="Lato"/>
                <a:sym typeface="Lato"/>
              </a:rPr>
              <a:t>4</a:t>
            </a:r>
            <a:r>
              <a:rPr lang="ru-RU" sz="1700">
                <a:solidFill>
                  <a:schemeClr val="dk1"/>
                </a:solidFill>
                <a:latin typeface="Lato"/>
                <a:ea typeface="Lato"/>
                <a:cs typeface="Lato"/>
                <a:sym typeface="Lato"/>
              </a:rPr>
              <a:t>|C/2C/2C/2C/2AF|[Ee]2[Dd]2|[CGc]2&gt;[CGc]2|(3CcC[Cceg]2|</a:t>
            </a:r>
            <a:endParaRPr sz="1700">
              <a:solidFill>
                <a:schemeClr val="dk1"/>
              </a:solidFill>
              <a:latin typeface="Lato"/>
              <a:ea typeface="Lato"/>
              <a:cs typeface="Lato"/>
              <a:sym typeface="Lato"/>
            </a:endParaRPr>
          </a:p>
        </p:txBody>
      </p:sp>
      <p:sp>
        <p:nvSpPr>
          <p:cNvPr id="356" name="Google Shape;356;g1f58dad81a1_0_380"/>
          <p:cNvSpPr/>
          <p:nvPr/>
        </p:nvSpPr>
        <p:spPr>
          <a:xfrm>
            <a:off x="1326975" y="2288700"/>
            <a:ext cx="630900" cy="566100"/>
          </a:xfrm>
          <a:prstGeom prst="ellipse">
            <a:avLst/>
          </a:prstGeom>
          <a:solidFill>
            <a:srgbClr val="D9EAD3"/>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RU">
                <a:latin typeface="Golos Text"/>
                <a:ea typeface="Golos Text"/>
                <a:cs typeface="Golos Text"/>
                <a:sym typeface="Golos Text"/>
              </a:rPr>
              <a:t>S1</a:t>
            </a:r>
            <a:endParaRPr>
              <a:latin typeface="Golos Text"/>
              <a:ea typeface="Golos Text"/>
              <a:cs typeface="Golos Text"/>
              <a:sym typeface="Golos Text"/>
            </a:endParaRPr>
          </a:p>
        </p:txBody>
      </p:sp>
      <p:sp>
        <p:nvSpPr>
          <p:cNvPr id="357" name="Google Shape;357;g1f58dad81a1_0_380"/>
          <p:cNvSpPr/>
          <p:nvPr/>
        </p:nvSpPr>
        <p:spPr>
          <a:xfrm>
            <a:off x="3040200" y="1802225"/>
            <a:ext cx="630900" cy="566100"/>
          </a:xfrm>
          <a:prstGeom prst="ellipse">
            <a:avLst/>
          </a:prstGeom>
          <a:solidFill>
            <a:srgbClr val="C9DAF8"/>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RU">
                <a:latin typeface="Golos Text"/>
                <a:ea typeface="Golos Text"/>
                <a:cs typeface="Golos Text"/>
                <a:sym typeface="Golos Text"/>
              </a:rPr>
              <a:t>S2</a:t>
            </a:r>
            <a:endParaRPr>
              <a:latin typeface="Golos Text"/>
              <a:ea typeface="Golos Text"/>
              <a:cs typeface="Golos Text"/>
              <a:sym typeface="Golos Text"/>
            </a:endParaRPr>
          </a:p>
        </p:txBody>
      </p:sp>
      <p:cxnSp>
        <p:nvCxnSpPr>
          <p:cNvPr id="358" name="Google Shape;358;g1f58dad81a1_0_380"/>
          <p:cNvCxnSpPr>
            <a:stCxn id="356" idx="0"/>
            <a:endCxn id="357" idx="1"/>
          </p:cNvCxnSpPr>
          <p:nvPr/>
        </p:nvCxnSpPr>
        <p:spPr>
          <a:xfrm rot="-5400000">
            <a:off x="2185725" y="1341900"/>
            <a:ext cx="403500" cy="1490100"/>
          </a:xfrm>
          <a:prstGeom prst="curvedConnector3">
            <a:avLst>
              <a:gd fmla="val 179579" name="adj1"/>
            </a:avLst>
          </a:prstGeom>
          <a:noFill/>
          <a:ln cap="flat" cmpd="sng" w="9525">
            <a:solidFill>
              <a:schemeClr val="dk2"/>
            </a:solidFill>
            <a:prstDash val="solid"/>
            <a:round/>
            <a:headEnd len="med" w="med" type="none"/>
            <a:tailEnd len="med" w="med" type="stealth"/>
          </a:ln>
        </p:spPr>
      </p:cxnSp>
      <p:sp>
        <p:nvSpPr>
          <p:cNvPr id="359" name="Google Shape;359;g1f58dad81a1_0_380"/>
          <p:cNvSpPr txBox="1"/>
          <p:nvPr/>
        </p:nvSpPr>
        <p:spPr>
          <a:xfrm>
            <a:off x="2038650" y="1676300"/>
            <a:ext cx="477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1000">
                <a:solidFill>
                  <a:schemeClr val="dk1"/>
                </a:solidFill>
                <a:latin typeface="Golos Text"/>
                <a:ea typeface="Golos Text"/>
                <a:cs typeface="Golos Text"/>
                <a:sym typeface="Golos Text"/>
              </a:rPr>
              <a:t>[</a:t>
            </a:r>
            <a:endParaRPr sz="1000">
              <a:solidFill>
                <a:schemeClr val="dk1"/>
              </a:solidFill>
              <a:latin typeface="Golos Text"/>
              <a:ea typeface="Golos Text"/>
              <a:cs typeface="Golos Text"/>
              <a:sym typeface="Golos Text"/>
            </a:endParaRPr>
          </a:p>
        </p:txBody>
      </p:sp>
      <p:cxnSp>
        <p:nvCxnSpPr>
          <p:cNvPr id="360" name="Google Shape;360;g1f58dad81a1_0_380"/>
          <p:cNvCxnSpPr>
            <a:stCxn id="357" idx="0"/>
            <a:endCxn id="357" idx="7"/>
          </p:cNvCxnSpPr>
          <p:nvPr/>
        </p:nvCxnSpPr>
        <p:spPr>
          <a:xfrm flipH="1" rot="-5400000">
            <a:off x="3425850" y="1732025"/>
            <a:ext cx="82800" cy="223200"/>
          </a:xfrm>
          <a:prstGeom prst="curvedConnector3">
            <a:avLst>
              <a:gd fmla="val -287591" name="adj1"/>
            </a:avLst>
          </a:prstGeom>
          <a:noFill/>
          <a:ln cap="flat" cmpd="sng" w="9525">
            <a:solidFill>
              <a:schemeClr val="dk2"/>
            </a:solidFill>
            <a:prstDash val="solid"/>
            <a:round/>
            <a:headEnd len="med" w="med" type="none"/>
            <a:tailEnd len="med" w="med" type="stealth"/>
          </a:ln>
        </p:spPr>
      </p:cxnSp>
      <p:cxnSp>
        <p:nvCxnSpPr>
          <p:cNvPr id="361" name="Google Shape;361;g1f58dad81a1_0_380"/>
          <p:cNvCxnSpPr>
            <a:stCxn id="357" idx="4"/>
            <a:endCxn id="356" idx="5"/>
          </p:cNvCxnSpPr>
          <p:nvPr/>
        </p:nvCxnSpPr>
        <p:spPr>
          <a:xfrm rot="5400000">
            <a:off x="2408850" y="1825025"/>
            <a:ext cx="403500" cy="1490100"/>
          </a:xfrm>
          <a:prstGeom prst="curvedConnector3">
            <a:avLst>
              <a:gd fmla="val 179579" name="adj1"/>
            </a:avLst>
          </a:prstGeom>
          <a:noFill/>
          <a:ln cap="flat" cmpd="sng" w="9525">
            <a:solidFill>
              <a:schemeClr val="dk2"/>
            </a:solidFill>
            <a:prstDash val="solid"/>
            <a:round/>
            <a:headEnd len="med" w="med" type="none"/>
            <a:tailEnd len="med" w="med" type="stealth"/>
          </a:ln>
        </p:spPr>
      </p:cxnSp>
      <p:sp>
        <p:nvSpPr>
          <p:cNvPr id="362" name="Google Shape;362;g1f58dad81a1_0_380"/>
          <p:cNvSpPr txBox="1"/>
          <p:nvPr/>
        </p:nvSpPr>
        <p:spPr>
          <a:xfrm>
            <a:off x="2216550" y="3140975"/>
            <a:ext cx="994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1000">
                <a:solidFill>
                  <a:schemeClr val="dk1"/>
                </a:solidFill>
                <a:latin typeface="Golos Text"/>
                <a:ea typeface="Golos Text"/>
                <a:cs typeface="Golos Text"/>
                <a:sym typeface="Golos Text"/>
              </a:rPr>
              <a:t>dig -&gt; </a:t>
            </a:r>
            <a:r>
              <a:rPr lang="ru-RU" sz="1000">
                <a:solidFill>
                  <a:schemeClr val="accent1"/>
                </a:solidFill>
                <a:latin typeface="Golos Text"/>
                <a:ea typeface="Golos Text"/>
                <a:cs typeface="Golos Text"/>
                <a:sym typeface="Golos Text"/>
              </a:rPr>
              <a:t>L*</a:t>
            </a:r>
            <a:r>
              <a:rPr lang="ru-RU" sz="1000">
                <a:solidFill>
                  <a:srgbClr val="FF0000"/>
                </a:solidFill>
                <a:latin typeface="Golos Text"/>
                <a:ea typeface="Golos Text"/>
                <a:cs typeface="Golos Text"/>
                <a:sym typeface="Golos Text"/>
              </a:rPr>
              <a:t>dig</a:t>
            </a:r>
            <a:endParaRPr sz="1000">
              <a:solidFill>
                <a:srgbClr val="FF0000"/>
              </a:solidFill>
              <a:latin typeface="Golos Text"/>
              <a:ea typeface="Golos Text"/>
              <a:cs typeface="Golos Text"/>
              <a:sym typeface="Golos Text"/>
            </a:endParaRPr>
          </a:p>
        </p:txBody>
      </p:sp>
      <p:sp>
        <p:nvSpPr>
          <p:cNvPr id="363" name="Google Shape;363;g1f58dad81a1_0_380"/>
          <p:cNvSpPr txBox="1"/>
          <p:nvPr/>
        </p:nvSpPr>
        <p:spPr>
          <a:xfrm>
            <a:off x="6519000" y="1780550"/>
            <a:ext cx="2426100" cy="287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ru-RU" sz="2000">
                <a:solidFill>
                  <a:schemeClr val="dk1"/>
                </a:solidFill>
                <a:latin typeface="Golos Text"/>
                <a:ea typeface="Golos Text"/>
                <a:cs typeface="Golos Text"/>
                <a:sym typeface="Golos Text"/>
              </a:rPr>
              <a:t>Выход</a:t>
            </a:r>
            <a:r>
              <a:rPr lang="ru-RU" sz="2000">
                <a:solidFill>
                  <a:schemeClr val="dk1"/>
                </a:solidFill>
                <a:latin typeface="Golos Text"/>
                <a:ea typeface="Golos Text"/>
                <a:cs typeface="Golos Text"/>
                <a:sym typeface="Golos Text"/>
              </a:rPr>
              <a:t>: </a:t>
            </a:r>
            <a:endParaRPr sz="2000">
              <a:solidFill>
                <a:schemeClr val="dk1"/>
              </a:solidFill>
              <a:latin typeface="Golos Text"/>
              <a:ea typeface="Golos Text"/>
              <a:cs typeface="Golos Text"/>
              <a:sym typeface="Golos Text"/>
            </a:endParaRPr>
          </a:p>
          <a:p>
            <a:pPr indent="-355600" lvl="0" marL="457200" rtl="0" algn="l">
              <a:spcBef>
                <a:spcPts val="0"/>
              </a:spcBef>
              <a:spcAft>
                <a:spcPts val="0"/>
              </a:spcAft>
              <a:buClr>
                <a:schemeClr val="dk1"/>
              </a:buClr>
              <a:buSzPts val="2000"/>
              <a:buFont typeface="Golos Text"/>
              <a:buChar char="-"/>
            </a:pPr>
            <a:r>
              <a:rPr lang="ru-RU" sz="2000">
                <a:solidFill>
                  <a:schemeClr val="dk1"/>
                </a:solidFill>
                <a:latin typeface="Golos Text"/>
                <a:ea typeface="Golos Text"/>
                <a:cs typeface="Golos Text"/>
                <a:sym typeface="Golos Text"/>
              </a:rPr>
              <a:t>L*4 </a:t>
            </a:r>
            <a:endParaRPr sz="2000">
              <a:solidFill>
                <a:schemeClr val="dk1"/>
              </a:solidFill>
              <a:latin typeface="Golos Text"/>
              <a:ea typeface="Golos Text"/>
              <a:cs typeface="Golos Text"/>
              <a:sym typeface="Golos Tex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g1f58dad81a1_0_394"/>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3200"/>
              <a:buNone/>
            </a:pPr>
            <a:r>
              <a:rPr b="0" lang="ru-RU" sz="2200">
                <a:latin typeface="Golos Text"/>
                <a:ea typeface="Golos Text"/>
                <a:cs typeface="Golos Text"/>
                <a:sym typeface="Golos Text"/>
              </a:rPr>
              <a:t>Построение автомата </a:t>
            </a:r>
            <a:endParaRPr/>
          </a:p>
        </p:txBody>
      </p:sp>
      <p:sp>
        <p:nvSpPr>
          <p:cNvPr id="369" name="Google Shape;369;g1f58dad81a1_0_39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sp>
        <p:nvSpPr>
          <p:cNvPr id="370" name="Google Shape;370;g1f58dad81a1_0_394"/>
          <p:cNvSpPr txBox="1"/>
          <p:nvPr/>
        </p:nvSpPr>
        <p:spPr>
          <a:xfrm>
            <a:off x="219000" y="1023525"/>
            <a:ext cx="7513200" cy="393600"/>
          </a:xfrm>
          <a:prstGeom prst="rect">
            <a:avLst/>
          </a:prstGeom>
          <a:noFill/>
          <a:ln>
            <a:noFill/>
          </a:ln>
        </p:spPr>
        <p:txBody>
          <a:bodyPr anchorCtr="0" anchor="t" bIns="91425" lIns="91425" spcFirstLastPara="1" rIns="91425" wrap="square" tIns="91425">
            <a:noAutofit/>
          </a:bodyPr>
          <a:lstStyle/>
          <a:p>
            <a:pPr indent="457200" lvl="0" marL="0" rtl="0" algn="l">
              <a:lnSpc>
                <a:spcPct val="115000"/>
              </a:lnSpc>
              <a:spcBef>
                <a:spcPts val="1200"/>
              </a:spcBef>
              <a:spcAft>
                <a:spcPts val="0"/>
              </a:spcAft>
              <a:buNone/>
            </a:pPr>
            <a:r>
              <a:rPr lang="ru-RU" sz="1700">
                <a:solidFill>
                  <a:schemeClr val="dk1"/>
                </a:solidFill>
                <a:latin typeface="Lato"/>
                <a:ea typeface="Lato"/>
                <a:cs typeface="Lato"/>
                <a:sym typeface="Lato"/>
              </a:rPr>
              <a:t>[CEG]4</a:t>
            </a:r>
            <a:r>
              <a:rPr lang="ru-RU" sz="1700">
                <a:solidFill>
                  <a:schemeClr val="accent1"/>
                </a:solidFill>
                <a:latin typeface="Lato"/>
                <a:ea typeface="Lato"/>
                <a:cs typeface="Lato"/>
                <a:sym typeface="Lato"/>
              </a:rPr>
              <a:t>|</a:t>
            </a:r>
            <a:r>
              <a:rPr lang="ru-RU" sz="1700">
                <a:solidFill>
                  <a:schemeClr val="dk1"/>
                </a:solidFill>
                <a:latin typeface="Lato"/>
                <a:ea typeface="Lato"/>
                <a:cs typeface="Lato"/>
                <a:sym typeface="Lato"/>
              </a:rPr>
              <a:t>C/2C/2C/2C/2AF|[Ee]2[Dd]2|[CGc]2&gt;[CGc]2|(3CcC[Cceg]2|</a:t>
            </a:r>
            <a:endParaRPr sz="1700">
              <a:solidFill>
                <a:schemeClr val="dk1"/>
              </a:solidFill>
              <a:latin typeface="Lato"/>
              <a:ea typeface="Lato"/>
              <a:cs typeface="Lato"/>
              <a:sym typeface="Lato"/>
            </a:endParaRPr>
          </a:p>
        </p:txBody>
      </p:sp>
      <p:sp>
        <p:nvSpPr>
          <p:cNvPr id="371" name="Google Shape;371;g1f58dad81a1_0_394"/>
          <p:cNvSpPr/>
          <p:nvPr/>
        </p:nvSpPr>
        <p:spPr>
          <a:xfrm>
            <a:off x="1326975" y="2288700"/>
            <a:ext cx="630900" cy="566100"/>
          </a:xfrm>
          <a:prstGeom prst="ellipse">
            <a:avLst/>
          </a:prstGeom>
          <a:solidFill>
            <a:srgbClr val="D9EAD3"/>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RU">
                <a:latin typeface="Golos Text"/>
                <a:ea typeface="Golos Text"/>
                <a:cs typeface="Golos Text"/>
                <a:sym typeface="Golos Text"/>
              </a:rPr>
              <a:t>S1</a:t>
            </a:r>
            <a:endParaRPr>
              <a:latin typeface="Golos Text"/>
              <a:ea typeface="Golos Text"/>
              <a:cs typeface="Golos Text"/>
              <a:sym typeface="Golos Text"/>
            </a:endParaRPr>
          </a:p>
        </p:txBody>
      </p:sp>
      <p:sp>
        <p:nvSpPr>
          <p:cNvPr id="372" name="Google Shape;372;g1f58dad81a1_0_394"/>
          <p:cNvSpPr/>
          <p:nvPr/>
        </p:nvSpPr>
        <p:spPr>
          <a:xfrm>
            <a:off x="3040200" y="1802225"/>
            <a:ext cx="630900" cy="566100"/>
          </a:xfrm>
          <a:prstGeom prst="ellipse">
            <a:avLst/>
          </a:prstGeom>
          <a:solidFill>
            <a:srgbClr val="C9DAF8"/>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RU">
                <a:latin typeface="Golos Text"/>
                <a:ea typeface="Golos Text"/>
                <a:cs typeface="Golos Text"/>
                <a:sym typeface="Golos Text"/>
              </a:rPr>
              <a:t>S2</a:t>
            </a:r>
            <a:endParaRPr>
              <a:latin typeface="Golos Text"/>
              <a:ea typeface="Golos Text"/>
              <a:cs typeface="Golos Text"/>
              <a:sym typeface="Golos Text"/>
            </a:endParaRPr>
          </a:p>
        </p:txBody>
      </p:sp>
      <p:cxnSp>
        <p:nvCxnSpPr>
          <p:cNvPr id="373" name="Google Shape;373;g1f58dad81a1_0_394"/>
          <p:cNvCxnSpPr>
            <a:stCxn id="371" idx="0"/>
            <a:endCxn id="372" idx="1"/>
          </p:cNvCxnSpPr>
          <p:nvPr/>
        </p:nvCxnSpPr>
        <p:spPr>
          <a:xfrm rot="-5400000">
            <a:off x="2185725" y="1341900"/>
            <a:ext cx="403500" cy="1490100"/>
          </a:xfrm>
          <a:prstGeom prst="curvedConnector3">
            <a:avLst>
              <a:gd fmla="val 179579" name="adj1"/>
            </a:avLst>
          </a:prstGeom>
          <a:noFill/>
          <a:ln cap="flat" cmpd="sng" w="9525">
            <a:solidFill>
              <a:schemeClr val="dk2"/>
            </a:solidFill>
            <a:prstDash val="solid"/>
            <a:round/>
            <a:headEnd len="med" w="med" type="none"/>
            <a:tailEnd len="med" w="med" type="stealth"/>
          </a:ln>
        </p:spPr>
      </p:cxnSp>
      <p:sp>
        <p:nvSpPr>
          <p:cNvPr id="374" name="Google Shape;374;g1f58dad81a1_0_394"/>
          <p:cNvSpPr txBox="1"/>
          <p:nvPr/>
        </p:nvSpPr>
        <p:spPr>
          <a:xfrm>
            <a:off x="2038650" y="1676300"/>
            <a:ext cx="477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1000">
                <a:solidFill>
                  <a:schemeClr val="dk1"/>
                </a:solidFill>
                <a:latin typeface="Golos Text"/>
                <a:ea typeface="Golos Text"/>
                <a:cs typeface="Golos Text"/>
                <a:sym typeface="Golos Text"/>
              </a:rPr>
              <a:t>[</a:t>
            </a:r>
            <a:endParaRPr sz="1000">
              <a:solidFill>
                <a:schemeClr val="dk1"/>
              </a:solidFill>
              <a:latin typeface="Golos Text"/>
              <a:ea typeface="Golos Text"/>
              <a:cs typeface="Golos Text"/>
              <a:sym typeface="Golos Text"/>
            </a:endParaRPr>
          </a:p>
        </p:txBody>
      </p:sp>
      <p:cxnSp>
        <p:nvCxnSpPr>
          <p:cNvPr id="375" name="Google Shape;375;g1f58dad81a1_0_394"/>
          <p:cNvCxnSpPr>
            <a:stCxn id="372" idx="0"/>
            <a:endCxn id="372" idx="7"/>
          </p:cNvCxnSpPr>
          <p:nvPr/>
        </p:nvCxnSpPr>
        <p:spPr>
          <a:xfrm flipH="1" rot="-5400000">
            <a:off x="3425850" y="1732025"/>
            <a:ext cx="82800" cy="223200"/>
          </a:xfrm>
          <a:prstGeom prst="curvedConnector3">
            <a:avLst>
              <a:gd fmla="val -287591" name="adj1"/>
            </a:avLst>
          </a:prstGeom>
          <a:noFill/>
          <a:ln cap="flat" cmpd="sng" w="9525">
            <a:solidFill>
              <a:schemeClr val="dk2"/>
            </a:solidFill>
            <a:prstDash val="solid"/>
            <a:round/>
            <a:headEnd len="med" w="med" type="none"/>
            <a:tailEnd len="med" w="med" type="stealth"/>
          </a:ln>
        </p:spPr>
      </p:cxnSp>
      <p:cxnSp>
        <p:nvCxnSpPr>
          <p:cNvPr id="376" name="Google Shape;376;g1f58dad81a1_0_394"/>
          <p:cNvCxnSpPr>
            <a:stCxn id="372" idx="4"/>
            <a:endCxn id="371" idx="5"/>
          </p:cNvCxnSpPr>
          <p:nvPr/>
        </p:nvCxnSpPr>
        <p:spPr>
          <a:xfrm rot="5400000">
            <a:off x="2408850" y="1825025"/>
            <a:ext cx="403500" cy="1490100"/>
          </a:xfrm>
          <a:prstGeom prst="curvedConnector3">
            <a:avLst>
              <a:gd fmla="val 179579" name="adj1"/>
            </a:avLst>
          </a:prstGeom>
          <a:noFill/>
          <a:ln cap="flat" cmpd="sng" w="9525">
            <a:solidFill>
              <a:schemeClr val="dk2"/>
            </a:solidFill>
            <a:prstDash val="solid"/>
            <a:round/>
            <a:headEnd len="med" w="med" type="none"/>
            <a:tailEnd len="med" w="med" type="stealth"/>
          </a:ln>
        </p:spPr>
      </p:cxnSp>
      <p:sp>
        <p:nvSpPr>
          <p:cNvPr id="377" name="Google Shape;377;g1f58dad81a1_0_394"/>
          <p:cNvSpPr txBox="1"/>
          <p:nvPr/>
        </p:nvSpPr>
        <p:spPr>
          <a:xfrm>
            <a:off x="2216550" y="3140975"/>
            <a:ext cx="994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1000">
                <a:solidFill>
                  <a:schemeClr val="dk1"/>
                </a:solidFill>
                <a:latin typeface="Golos Text"/>
                <a:ea typeface="Golos Text"/>
                <a:cs typeface="Golos Text"/>
                <a:sym typeface="Golos Text"/>
              </a:rPr>
              <a:t>dig -&gt; </a:t>
            </a:r>
            <a:r>
              <a:rPr lang="ru-RU" sz="1000">
                <a:solidFill>
                  <a:schemeClr val="accent1"/>
                </a:solidFill>
                <a:latin typeface="Golos Text"/>
                <a:ea typeface="Golos Text"/>
                <a:cs typeface="Golos Text"/>
                <a:sym typeface="Golos Text"/>
              </a:rPr>
              <a:t>L*</a:t>
            </a:r>
            <a:r>
              <a:rPr lang="ru-RU" sz="1000">
                <a:solidFill>
                  <a:srgbClr val="FF0000"/>
                </a:solidFill>
                <a:latin typeface="Golos Text"/>
                <a:ea typeface="Golos Text"/>
                <a:cs typeface="Golos Text"/>
                <a:sym typeface="Golos Text"/>
              </a:rPr>
              <a:t>dig</a:t>
            </a:r>
            <a:endParaRPr sz="1000">
              <a:solidFill>
                <a:srgbClr val="FF0000"/>
              </a:solidFill>
              <a:latin typeface="Golos Text"/>
              <a:ea typeface="Golos Text"/>
              <a:cs typeface="Golos Text"/>
              <a:sym typeface="Golos Text"/>
            </a:endParaRPr>
          </a:p>
        </p:txBody>
      </p:sp>
      <p:sp>
        <p:nvSpPr>
          <p:cNvPr id="378" name="Google Shape;378;g1f58dad81a1_0_394"/>
          <p:cNvSpPr txBox="1"/>
          <p:nvPr/>
        </p:nvSpPr>
        <p:spPr>
          <a:xfrm>
            <a:off x="6519000" y="1780550"/>
            <a:ext cx="2426100" cy="287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ru-RU" sz="2000">
                <a:solidFill>
                  <a:schemeClr val="dk1"/>
                </a:solidFill>
                <a:latin typeface="Golos Text"/>
                <a:ea typeface="Golos Text"/>
                <a:cs typeface="Golos Text"/>
                <a:sym typeface="Golos Text"/>
              </a:rPr>
              <a:t>Выход</a:t>
            </a:r>
            <a:r>
              <a:rPr lang="ru-RU" sz="2000">
                <a:solidFill>
                  <a:schemeClr val="dk1"/>
                </a:solidFill>
                <a:latin typeface="Golos Text"/>
                <a:ea typeface="Golos Text"/>
                <a:cs typeface="Golos Text"/>
                <a:sym typeface="Golos Text"/>
              </a:rPr>
              <a:t>: </a:t>
            </a:r>
            <a:endParaRPr sz="2000">
              <a:solidFill>
                <a:schemeClr val="dk1"/>
              </a:solidFill>
              <a:latin typeface="Golos Text"/>
              <a:ea typeface="Golos Text"/>
              <a:cs typeface="Golos Text"/>
              <a:sym typeface="Golos Text"/>
            </a:endParaRPr>
          </a:p>
          <a:p>
            <a:pPr indent="-355600" lvl="0" marL="457200" rtl="0" algn="l">
              <a:spcBef>
                <a:spcPts val="0"/>
              </a:spcBef>
              <a:spcAft>
                <a:spcPts val="0"/>
              </a:spcAft>
              <a:buClr>
                <a:schemeClr val="dk1"/>
              </a:buClr>
              <a:buSzPts val="2000"/>
              <a:buFont typeface="Golos Text"/>
              <a:buChar char="-"/>
            </a:pPr>
            <a:r>
              <a:rPr lang="ru-RU" sz="2000">
                <a:solidFill>
                  <a:schemeClr val="dk1"/>
                </a:solidFill>
                <a:latin typeface="Golos Text"/>
                <a:ea typeface="Golos Text"/>
                <a:cs typeface="Golos Text"/>
                <a:sym typeface="Golos Text"/>
              </a:rPr>
              <a:t>L*4 </a:t>
            </a:r>
            <a:endParaRPr sz="2000">
              <a:solidFill>
                <a:schemeClr val="dk1"/>
              </a:solidFill>
              <a:latin typeface="Golos Text"/>
              <a:ea typeface="Golos Text"/>
              <a:cs typeface="Golos Text"/>
              <a:sym typeface="Golos Text"/>
            </a:endParaRPr>
          </a:p>
        </p:txBody>
      </p:sp>
      <p:cxnSp>
        <p:nvCxnSpPr>
          <p:cNvPr id="379" name="Google Shape;379;g1f58dad81a1_0_394"/>
          <p:cNvCxnSpPr>
            <a:stCxn id="371" idx="3"/>
            <a:endCxn id="371" idx="2"/>
          </p:cNvCxnSpPr>
          <p:nvPr/>
        </p:nvCxnSpPr>
        <p:spPr>
          <a:xfrm flipH="1" rot="5400000">
            <a:off x="1273118" y="2625647"/>
            <a:ext cx="200100" cy="92400"/>
          </a:xfrm>
          <a:prstGeom prst="curvedConnector4">
            <a:avLst>
              <a:gd fmla="val -160434" name="adj1"/>
              <a:gd fmla="val 357704" name="adj2"/>
            </a:avLst>
          </a:prstGeom>
          <a:noFill/>
          <a:ln cap="flat" cmpd="sng" w="9525">
            <a:solidFill>
              <a:schemeClr val="dk2"/>
            </a:solidFill>
            <a:prstDash val="solid"/>
            <a:round/>
            <a:headEnd len="med" w="med" type="none"/>
            <a:tailEnd len="med" w="med" type="stealth"/>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g1f58dad81a1_0_400"/>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3200"/>
              <a:buNone/>
            </a:pPr>
            <a:r>
              <a:rPr b="0" lang="ru-RU" sz="2200">
                <a:latin typeface="Golos Text"/>
                <a:ea typeface="Golos Text"/>
                <a:cs typeface="Golos Text"/>
                <a:sym typeface="Golos Text"/>
              </a:rPr>
              <a:t>Построение автомата </a:t>
            </a:r>
            <a:endParaRPr/>
          </a:p>
        </p:txBody>
      </p:sp>
      <p:sp>
        <p:nvSpPr>
          <p:cNvPr id="385" name="Google Shape;385;g1f58dad81a1_0_40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sp>
        <p:nvSpPr>
          <p:cNvPr id="386" name="Google Shape;386;g1f58dad81a1_0_400"/>
          <p:cNvSpPr txBox="1"/>
          <p:nvPr/>
        </p:nvSpPr>
        <p:spPr>
          <a:xfrm>
            <a:off x="219000" y="1023525"/>
            <a:ext cx="7513200" cy="393600"/>
          </a:xfrm>
          <a:prstGeom prst="rect">
            <a:avLst/>
          </a:prstGeom>
          <a:noFill/>
          <a:ln>
            <a:noFill/>
          </a:ln>
        </p:spPr>
        <p:txBody>
          <a:bodyPr anchorCtr="0" anchor="t" bIns="91425" lIns="91425" spcFirstLastPara="1" rIns="91425" wrap="square" tIns="91425">
            <a:noAutofit/>
          </a:bodyPr>
          <a:lstStyle/>
          <a:p>
            <a:pPr indent="457200" lvl="0" marL="0" rtl="0" algn="l">
              <a:lnSpc>
                <a:spcPct val="115000"/>
              </a:lnSpc>
              <a:spcBef>
                <a:spcPts val="1200"/>
              </a:spcBef>
              <a:spcAft>
                <a:spcPts val="0"/>
              </a:spcAft>
              <a:buNone/>
            </a:pPr>
            <a:r>
              <a:rPr lang="ru-RU" sz="1700">
                <a:solidFill>
                  <a:schemeClr val="dk1"/>
                </a:solidFill>
                <a:latin typeface="Lato"/>
                <a:ea typeface="Lato"/>
                <a:cs typeface="Lato"/>
                <a:sym typeface="Lato"/>
              </a:rPr>
              <a:t>[CEG]4|</a:t>
            </a:r>
            <a:r>
              <a:rPr lang="ru-RU" sz="1700">
                <a:solidFill>
                  <a:schemeClr val="accent1"/>
                </a:solidFill>
                <a:latin typeface="Lato"/>
                <a:ea typeface="Lato"/>
                <a:cs typeface="Lato"/>
                <a:sym typeface="Lato"/>
              </a:rPr>
              <a:t>C</a:t>
            </a:r>
            <a:r>
              <a:rPr lang="ru-RU" sz="1700">
                <a:solidFill>
                  <a:schemeClr val="dk1"/>
                </a:solidFill>
                <a:latin typeface="Lato"/>
                <a:ea typeface="Lato"/>
                <a:cs typeface="Lato"/>
                <a:sym typeface="Lato"/>
              </a:rPr>
              <a:t>/2C/2C/2C/2AF|[Ee]2[Dd]2|[CGc]2&gt;[CGc]2|(3CcC[Cceg]2|</a:t>
            </a:r>
            <a:endParaRPr sz="1700">
              <a:solidFill>
                <a:schemeClr val="dk1"/>
              </a:solidFill>
              <a:latin typeface="Lato"/>
              <a:ea typeface="Lato"/>
              <a:cs typeface="Lato"/>
              <a:sym typeface="Lato"/>
            </a:endParaRPr>
          </a:p>
        </p:txBody>
      </p:sp>
      <p:sp>
        <p:nvSpPr>
          <p:cNvPr id="387" name="Google Shape;387;g1f58dad81a1_0_400"/>
          <p:cNvSpPr/>
          <p:nvPr/>
        </p:nvSpPr>
        <p:spPr>
          <a:xfrm>
            <a:off x="1326975" y="2288700"/>
            <a:ext cx="630900" cy="566100"/>
          </a:xfrm>
          <a:prstGeom prst="ellipse">
            <a:avLst/>
          </a:prstGeom>
          <a:solidFill>
            <a:srgbClr val="D9EAD3"/>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RU">
                <a:latin typeface="Golos Text"/>
                <a:ea typeface="Golos Text"/>
                <a:cs typeface="Golos Text"/>
                <a:sym typeface="Golos Text"/>
              </a:rPr>
              <a:t>S1</a:t>
            </a:r>
            <a:endParaRPr>
              <a:latin typeface="Golos Text"/>
              <a:ea typeface="Golos Text"/>
              <a:cs typeface="Golos Text"/>
              <a:sym typeface="Golos Text"/>
            </a:endParaRPr>
          </a:p>
        </p:txBody>
      </p:sp>
      <p:sp>
        <p:nvSpPr>
          <p:cNvPr id="388" name="Google Shape;388;g1f58dad81a1_0_400"/>
          <p:cNvSpPr/>
          <p:nvPr/>
        </p:nvSpPr>
        <p:spPr>
          <a:xfrm>
            <a:off x="3040200" y="1802225"/>
            <a:ext cx="630900" cy="566100"/>
          </a:xfrm>
          <a:prstGeom prst="ellipse">
            <a:avLst/>
          </a:prstGeom>
          <a:solidFill>
            <a:srgbClr val="C9DAF8"/>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RU">
                <a:latin typeface="Golos Text"/>
                <a:ea typeface="Golos Text"/>
                <a:cs typeface="Golos Text"/>
                <a:sym typeface="Golos Text"/>
              </a:rPr>
              <a:t>S2</a:t>
            </a:r>
            <a:endParaRPr>
              <a:latin typeface="Golos Text"/>
              <a:ea typeface="Golos Text"/>
              <a:cs typeface="Golos Text"/>
              <a:sym typeface="Golos Text"/>
            </a:endParaRPr>
          </a:p>
        </p:txBody>
      </p:sp>
      <p:cxnSp>
        <p:nvCxnSpPr>
          <p:cNvPr id="389" name="Google Shape;389;g1f58dad81a1_0_400"/>
          <p:cNvCxnSpPr>
            <a:stCxn id="387" idx="0"/>
            <a:endCxn id="388" idx="1"/>
          </p:cNvCxnSpPr>
          <p:nvPr/>
        </p:nvCxnSpPr>
        <p:spPr>
          <a:xfrm rot="-5400000">
            <a:off x="2185725" y="1341900"/>
            <a:ext cx="403500" cy="1490100"/>
          </a:xfrm>
          <a:prstGeom prst="curvedConnector3">
            <a:avLst>
              <a:gd fmla="val 179579" name="adj1"/>
            </a:avLst>
          </a:prstGeom>
          <a:noFill/>
          <a:ln cap="flat" cmpd="sng" w="9525">
            <a:solidFill>
              <a:schemeClr val="dk2"/>
            </a:solidFill>
            <a:prstDash val="solid"/>
            <a:round/>
            <a:headEnd len="med" w="med" type="none"/>
            <a:tailEnd len="med" w="med" type="stealth"/>
          </a:ln>
        </p:spPr>
      </p:cxnSp>
      <p:sp>
        <p:nvSpPr>
          <p:cNvPr id="390" name="Google Shape;390;g1f58dad81a1_0_400"/>
          <p:cNvSpPr txBox="1"/>
          <p:nvPr/>
        </p:nvSpPr>
        <p:spPr>
          <a:xfrm>
            <a:off x="2038650" y="1676300"/>
            <a:ext cx="833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1000">
                <a:solidFill>
                  <a:schemeClr val="dk1"/>
                </a:solidFill>
                <a:latin typeface="Golos Text"/>
                <a:ea typeface="Golos Text"/>
                <a:cs typeface="Golos Text"/>
                <a:sym typeface="Golos Text"/>
              </a:rPr>
              <a:t>[, notes</a:t>
            </a:r>
            <a:endParaRPr sz="1000">
              <a:solidFill>
                <a:schemeClr val="dk1"/>
              </a:solidFill>
              <a:latin typeface="Golos Text"/>
              <a:ea typeface="Golos Text"/>
              <a:cs typeface="Golos Text"/>
              <a:sym typeface="Golos Text"/>
            </a:endParaRPr>
          </a:p>
        </p:txBody>
      </p:sp>
      <p:cxnSp>
        <p:nvCxnSpPr>
          <p:cNvPr id="391" name="Google Shape;391;g1f58dad81a1_0_400"/>
          <p:cNvCxnSpPr>
            <a:stCxn id="388" idx="0"/>
            <a:endCxn id="388" idx="7"/>
          </p:cNvCxnSpPr>
          <p:nvPr/>
        </p:nvCxnSpPr>
        <p:spPr>
          <a:xfrm flipH="1" rot="-5400000">
            <a:off x="3425850" y="1732025"/>
            <a:ext cx="82800" cy="223200"/>
          </a:xfrm>
          <a:prstGeom prst="curvedConnector3">
            <a:avLst>
              <a:gd fmla="val -287591" name="adj1"/>
            </a:avLst>
          </a:prstGeom>
          <a:noFill/>
          <a:ln cap="flat" cmpd="sng" w="9525">
            <a:solidFill>
              <a:schemeClr val="dk2"/>
            </a:solidFill>
            <a:prstDash val="solid"/>
            <a:round/>
            <a:headEnd len="med" w="med" type="none"/>
            <a:tailEnd len="med" w="med" type="stealth"/>
          </a:ln>
        </p:spPr>
      </p:cxnSp>
      <p:cxnSp>
        <p:nvCxnSpPr>
          <p:cNvPr id="392" name="Google Shape;392;g1f58dad81a1_0_400"/>
          <p:cNvCxnSpPr>
            <a:stCxn id="388" idx="4"/>
            <a:endCxn id="387" idx="5"/>
          </p:cNvCxnSpPr>
          <p:nvPr/>
        </p:nvCxnSpPr>
        <p:spPr>
          <a:xfrm rot="5400000">
            <a:off x="2408850" y="1825025"/>
            <a:ext cx="403500" cy="1490100"/>
          </a:xfrm>
          <a:prstGeom prst="curvedConnector3">
            <a:avLst>
              <a:gd fmla="val 179579" name="adj1"/>
            </a:avLst>
          </a:prstGeom>
          <a:noFill/>
          <a:ln cap="flat" cmpd="sng" w="9525">
            <a:solidFill>
              <a:schemeClr val="dk2"/>
            </a:solidFill>
            <a:prstDash val="solid"/>
            <a:round/>
            <a:headEnd len="med" w="med" type="none"/>
            <a:tailEnd len="med" w="med" type="stealth"/>
          </a:ln>
        </p:spPr>
      </p:cxnSp>
      <p:sp>
        <p:nvSpPr>
          <p:cNvPr id="393" name="Google Shape;393;g1f58dad81a1_0_400"/>
          <p:cNvSpPr txBox="1"/>
          <p:nvPr/>
        </p:nvSpPr>
        <p:spPr>
          <a:xfrm>
            <a:off x="2216550" y="3140975"/>
            <a:ext cx="994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1000">
                <a:solidFill>
                  <a:schemeClr val="dk1"/>
                </a:solidFill>
                <a:latin typeface="Golos Text"/>
                <a:ea typeface="Golos Text"/>
                <a:cs typeface="Golos Text"/>
                <a:sym typeface="Golos Text"/>
              </a:rPr>
              <a:t>dig -&gt; </a:t>
            </a:r>
            <a:r>
              <a:rPr lang="ru-RU" sz="1000">
                <a:solidFill>
                  <a:schemeClr val="accent1"/>
                </a:solidFill>
                <a:latin typeface="Golos Text"/>
                <a:ea typeface="Golos Text"/>
                <a:cs typeface="Golos Text"/>
                <a:sym typeface="Golos Text"/>
              </a:rPr>
              <a:t>L*</a:t>
            </a:r>
            <a:r>
              <a:rPr lang="ru-RU" sz="1000">
                <a:solidFill>
                  <a:srgbClr val="FF0000"/>
                </a:solidFill>
                <a:latin typeface="Golos Text"/>
                <a:ea typeface="Golos Text"/>
                <a:cs typeface="Golos Text"/>
                <a:sym typeface="Golos Text"/>
              </a:rPr>
              <a:t>dig</a:t>
            </a:r>
            <a:endParaRPr sz="1000">
              <a:solidFill>
                <a:srgbClr val="FF0000"/>
              </a:solidFill>
              <a:latin typeface="Golos Text"/>
              <a:ea typeface="Golos Text"/>
              <a:cs typeface="Golos Text"/>
              <a:sym typeface="Golos Text"/>
            </a:endParaRPr>
          </a:p>
        </p:txBody>
      </p:sp>
      <p:sp>
        <p:nvSpPr>
          <p:cNvPr id="394" name="Google Shape;394;g1f58dad81a1_0_400"/>
          <p:cNvSpPr txBox="1"/>
          <p:nvPr/>
        </p:nvSpPr>
        <p:spPr>
          <a:xfrm>
            <a:off x="6519000" y="1780550"/>
            <a:ext cx="2426100" cy="287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ru-RU" sz="2000">
                <a:solidFill>
                  <a:schemeClr val="dk1"/>
                </a:solidFill>
                <a:latin typeface="Golos Text"/>
                <a:ea typeface="Golos Text"/>
                <a:cs typeface="Golos Text"/>
                <a:sym typeface="Golos Text"/>
              </a:rPr>
              <a:t>Выход</a:t>
            </a:r>
            <a:r>
              <a:rPr lang="ru-RU" sz="2000">
                <a:solidFill>
                  <a:schemeClr val="dk1"/>
                </a:solidFill>
                <a:latin typeface="Golos Text"/>
                <a:ea typeface="Golos Text"/>
                <a:cs typeface="Golos Text"/>
                <a:sym typeface="Golos Text"/>
              </a:rPr>
              <a:t>: </a:t>
            </a:r>
            <a:endParaRPr sz="2000">
              <a:solidFill>
                <a:schemeClr val="dk1"/>
              </a:solidFill>
              <a:latin typeface="Golos Text"/>
              <a:ea typeface="Golos Text"/>
              <a:cs typeface="Golos Text"/>
              <a:sym typeface="Golos Text"/>
            </a:endParaRPr>
          </a:p>
          <a:p>
            <a:pPr indent="-355600" lvl="0" marL="457200" rtl="0" algn="l">
              <a:spcBef>
                <a:spcPts val="0"/>
              </a:spcBef>
              <a:spcAft>
                <a:spcPts val="0"/>
              </a:spcAft>
              <a:buClr>
                <a:schemeClr val="dk1"/>
              </a:buClr>
              <a:buSzPts val="2000"/>
              <a:buFont typeface="Golos Text"/>
              <a:buChar char="-"/>
            </a:pPr>
            <a:r>
              <a:rPr lang="ru-RU" sz="2000">
                <a:solidFill>
                  <a:schemeClr val="dk1"/>
                </a:solidFill>
                <a:latin typeface="Golos Text"/>
                <a:ea typeface="Golos Text"/>
                <a:cs typeface="Golos Text"/>
                <a:sym typeface="Golos Text"/>
              </a:rPr>
              <a:t>L*4 </a:t>
            </a:r>
            <a:endParaRPr sz="2000">
              <a:solidFill>
                <a:schemeClr val="dk1"/>
              </a:solidFill>
              <a:latin typeface="Golos Text"/>
              <a:ea typeface="Golos Text"/>
              <a:cs typeface="Golos Text"/>
              <a:sym typeface="Golos Text"/>
            </a:endParaRPr>
          </a:p>
        </p:txBody>
      </p:sp>
      <p:cxnSp>
        <p:nvCxnSpPr>
          <p:cNvPr id="395" name="Google Shape;395;g1f58dad81a1_0_400"/>
          <p:cNvCxnSpPr>
            <a:stCxn id="387" idx="3"/>
            <a:endCxn id="387" idx="2"/>
          </p:cNvCxnSpPr>
          <p:nvPr/>
        </p:nvCxnSpPr>
        <p:spPr>
          <a:xfrm flipH="1" rot="5400000">
            <a:off x="1273118" y="2625647"/>
            <a:ext cx="200100" cy="92400"/>
          </a:xfrm>
          <a:prstGeom prst="curvedConnector4">
            <a:avLst>
              <a:gd fmla="val -160434" name="adj1"/>
              <a:gd fmla="val 357704" name="adj2"/>
            </a:avLst>
          </a:prstGeom>
          <a:noFill/>
          <a:ln cap="flat" cmpd="sng" w="9525">
            <a:solidFill>
              <a:schemeClr val="dk2"/>
            </a:solidFill>
            <a:prstDash val="solid"/>
            <a:round/>
            <a:headEnd len="med" w="med" type="none"/>
            <a:tailEnd len="med" w="med" type="stealth"/>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g1f58dad81a1_0_430"/>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3200"/>
              <a:buNone/>
            </a:pPr>
            <a:r>
              <a:rPr b="0" lang="ru-RU" sz="2200">
                <a:latin typeface="Golos Text"/>
                <a:ea typeface="Golos Text"/>
                <a:cs typeface="Golos Text"/>
                <a:sym typeface="Golos Text"/>
              </a:rPr>
              <a:t>Построение автомата </a:t>
            </a:r>
            <a:endParaRPr/>
          </a:p>
        </p:txBody>
      </p:sp>
      <p:sp>
        <p:nvSpPr>
          <p:cNvPr id="401" name="Google Shape;401;g1f58dad81a1_0_43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sp>
        <p:nvSpPr>
          <p:cNvPr id="402" name="Google Shape;402;g1f58dad81a1_0_430"/>
          <p:cNvSpPr txBox="1"/>
          <p:nvPr/>
        </p:nvSpPr>
        <p:spPr>
          <a:xfrm>
            <a:off x="219000" y="1023525"/>
            <a:ext cx="7513200" cy="393600"/>
          </a:xfrm>
          <a:prstGeom prst="rect">
            <a:avLst/>
          </a:prstGeom>
          <a:noFill/>
          <a:ln>
            <a:noFill/>
          </a:ln>
        </p:spPr>
        <p:txBody>
          <a:bodyPr anchorCtr="0" anchor="t" bIns="91425" lIns="91425" spcFirstLastPara="1" rIns="91425" wrap="square" tIns="91425">
            <a:noAutofit/>
          </a:bodyPr>
          <a:lstStyle/>
          <a:p>
            <a:pPr indent="457200" lvl="0" marL="0" rtl="0" algn="l">
              <a:lnSpc>
                <a:spcPct val="115000"/>
              </a:lnSpc>
              <a:spcBef>
                <a:spcPts val="1200"/>
              </a:spcBef>
              <a:spcAft>
                <a:spcPts val="0"/>
              </a:spcAft>
              <a:buNone/>
            </a:pPr>
            <a:r>
              <a:rPr lang="ru-RU" sz="1700">
                <a:solidFill>
                  <a:schemeClr val="dk1"/>
                </a:solidFill>
                <a:latin typeface="Lato"/>
                <a:ea typeface="Lato"/>
                <a:cs typeface="Lato"/>
                <a:sym typeface="Lato"/>
              </a:rPr>
              <a:t>[CEG]4|C</a:t>
            </a:r>
            <a:r>
              <a:rPr lang="ru-RU" sz="1700">
                <a:solidFill>
                  <a:schemeClr val="accent1"/>
                </a:solidFill>
                <a:latin typeface="Lato"/>
                <a:ea typeface="Lato"/>
                <a:cs typeface="Lato"/>
                <a:sym typeface="Lato"/>
              </a:rPr>
              <a:t>/</a:t>
            </a:r>
            <a:r>
              <a:rPr lang="ru-RU" sz="1700">
                <a:solidFill>
                  <a:schemeClr val="dk1"/>
                </a:solidFill>
                <a:latin typeface="Lato"/>
                <a:ea typeface="Lato"/>
                <a:cs typeface="Lato"/>
                <a:sym typeface="Lato"/>
              </a:rPr>
              <a:t>2C/2C/2C/2AF|[Ee]2[Dd]2|[CGc]2&gt;[CGc]2|(3CcC[Cceg]2|</a:t>
            </a:r>
            <a:endParaRPr sz="1700">
              <a:solidFill>
                <a:schemeClr val="dk1"/>
              </a:solidFill>
              <a:latin typeface="Lato"/>
              <a:ea typeface="Lato"/>
              <a:cs typeface="Lato"/>
              <a:sym typeface="Lato"/>
            </a:endParaRPr>
          </a:p>
        </p:txBody>
      </p:sp>
      <p:sp>
        <p:nvSpPr>
          <p:cNvPr id="403" name="Google Shape;403;g1f58dad81a1_0_430"/>
          <p:cNvSpPr/>
          <p:nvPr/>
        </p:nvSpPr>
        <p:spPr>
          <a:xfrm>
            <a:off x="1326975" y="2288700"/>
            <a:ext cx="630900" cy="566100"/>
          </a:xfrm>
          <a:prstGeom prst="ellipse">
            <a:avLst/>
          </a:prstGeom>
          <a:solidFill>
            <a:srgbClr val="D9EAD3"/>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RU">
                <a:latin typeface="Golos Text"/>
                <a:ea typeface="Golos Text"/>
                <a:cs typeface="Golos Text"/>
                <a:sym typeface="Golos Text"/>
              </a:rPr>
              <a:t>S1</a:t>
            </a:r>
            <a:endParaRPr>
              <a:latin typeface="Golos Text"/>
              <a:ea typeface="Golos Text"/>
              <a:cs typeface="Golos Text"/>
              <a:sym typeface="Golos Text"/>
            </a:endParaRPr>
          </a:p>
        </p:txBody>
      </p:sp>
      <p:sp>
        <p:nvSpPr>
          <p:cNvPr id="404" name="Google Shape;404;g1f58dad81a1_0_430"/>
          <p:cNvSpPr/>
          <p:nvPr/>
        </p:nvSpPr>
        <p:spPr>
          <a:xfrm>
            <a:off x="3040200" y="1802225"/>
            <a:ext cx="630900" cy="566100"/>
          </a:xfrm>
          <a:prstGeom prst="ellipse">
            <a:avLst/>
          </a:prstGeom>
          <a:solidFill>
            <a:srgbClr val="C9DAF8"/>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RU">
                <a:latin typeface="Golos Text"/>
                <a:ea typeface="Golos Text"/>
                <a:cs typeface="Golos Text"/>
                <a:sym typeface="Golos Text"/>
              </a:rPr>
              <a:t>S2</a:t>
            </a:r>
            <a:endParaRPr>
              <a:latin typeface="Golos Text"/>
              <a:ea typeface="Golos Text"/>
              <a:cs typeface="Golos Text"/>
              <a:sym typeface="Golos Text"/>
            </a:endParaRPr>
          </a:p>
        </p:txBody>
      </p:sp>
      <p:cxnSp>
        <p:nvCxnSpPr>
          <p:cNvPr id="405" name="Google Shape;405;g1f58dad81a1_0_430"/>
          <p:cNvCxnSpPr>
            <a:stCxn id="403" idx="0"/>
            <a:endCxn id="404" idx="1"/>
          </p:cNvCxnSpPr>
          <p:nvPr/>
        </p:nvCxnSpPr>
        <p:spPr>
          <a:xfrm rot="-5400000">
            <a:off x="2185725" y="1341900"/>
            <a:ext cx="403500" cy="1490100"/>
          </a:xfrm>
          <a:prstGeom prst="curvedConnector3">
            <a:avLst>
              <a:gd fmla="val 179579" name="adj1"/>
            </a:avLst>
          </a:prstGeom>
          <a:noFill/>
          <a:ln cap="flat" cmpd="sng" w="9525">
            <a:solidFill>
              <a:schemeClr val="dk2"/>
            </a:solidFill>
            <a:prstDash val="solid"/>
            <a:round/>
            <a:headEnd len="med" w="med" type="none"/>
            <a:tailEnd len="med" w="med" type="stealth"/>
          </a:ln>
        </p:spPr>
      </p:cxnSp>
      <p:sp>
        <p:nvSpPr>
          <p:cNvPr id="406" name="Google Shape;406;g1f58dad81a1_0_430"/>
          <p:cNvSpPr txBox="1"/>
          <p:nvPr/>
        </p:nvSpPr>
        <p:spPr>
          <a:xfrm>
            <a:off x="2038650" y="1676300"/>
            <a:ext cx="833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1000">
                <a:solidFill>
                  <a:schemeClr val="dk1"/>
                </a:solidFill>
                <a:latin typeface="Golos Text"/>
                <a:ea typeface="Golos Text"/>
                <a:cs typeface="Golos Text"/>
                <a:sym typeface="Golos Text"/>
              </a:rPr>
              <a:t>[, notes</a:t>
            </a:r>
            <a:endParaRPr sz="1000">
              <a:solidFill>
                <a:schemeClr val="dk1"/>
              </a:solidFill>
              <a:latin typeface="Golos Text"/>
              <a:ea typeface="Golos Text"/>
              <a:cs typeface="Golos Text"/>
              <a:sym typeface="Golos Text"/>
            </a:endParaRPr>
          </a:p>
        </p:txBody>
      </p:sp>
      <p:cxnSp>
        <p:nvCxnSpPr>
          <p:cNvPr id="407" name="Google Shape;407;g1f58dad81a1_0_430"/>
          <p:cNvCxnSpPr>
            <a:stCxn id="404" idx="0"/>
            <a:endCxn id="404" idx="7"/>
          </p:cNvCxnSpPr>
          <p:nvPr/>
        </p:nvCxnSpPr>
        <p:spPr>
          <a:xfrm flipH="1" rot="-5400000">
            <a:off x="3425850" y="1732025"/>
            <a:ext cx="82800" cy="223200"/>
          </a:xfrm>
          <a:prstGeom prst="curvedConnector3">
            <a:avLst>
              <a:gd fmla="val -287591" name="adj1"/>
            </a:avLst>
          </a:prstGeom>
          <a:noFill/>
          <a:ln cap="flat" cmpd="sng" w="9525">
            <a:solidFill>
              <a:schemeClr val="dk2"/>
            </a:solidFill>
            <a:prstDash val="solid"/>
            <a:round/>
            <a:headEnd len="med" w="med" type="none"/>
            <a:tailEnd len="med" w="med" type="stealth"/>
          </a:ln>
        </p:spPr>
      </p:cxnSp>
      <p:cxnSp>
        <p:nvCxnSpPr>
          <p:cNvPr id="408" name="Google Shape;408;g1f58dad81a1_0_430"/>
          <p:cNvCxnSpPr>
            <a:stCxn id="404" idx="4"/>
            <a:endCxn id="403" idx="5"/>
          </p:cNvCxnSpPr>
          <p:nvPr/>
        </p:nvCxnSpPr>
        <p:spPr>
          <a:xfrm rot="5400000">
            <a:off x="2408850" y="1825025"/>
            <a:ext cx="403500" cy="1490100"/>
          </a:xfrm>
          <a:prstGeom prst="curvedConnector3">
            <a:avLst>
              <a:gd fmla="val 179579" name="adj1"/>
            </a:avLst>
          </a:prstGeom>
          <a:noFill/>
          <a:ln cap="flat" cmpd="sng" w="9525">
            <a:solidFill>
              <a:schemeClr val="dk2"/>
            </a:solidFill>
            <a:prstDash val="solid"/>
            <a:round/>
            <a:headEnd len="med" w="med" type="none"/>
            <a:tailEnd len="med" w="med" type="stealth"/>
          </a:ln>
        </p:spPr>
      </p:cxnSp>
      <p:sp>
        <p:nvSpPr>
          <p:cNvPr id="409" name="Google Shape;409;g1f58dad81a1_0_430"/>
          <p:cNvSpPr txBox="1"/>
          <p:nvPr/>
        </p:nvSpPr>
        <p:spPr>
          <a:xfrm>
            <a:off x="2216550" y="3140975"/>
            <a:ext cx="994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1000">
                <a:solidFill>
                  <a:schemeClr val="dk1"/>
                </a:solidFill>
                <a:latin typeface="Golos Text"/>
                <a:ea typeface="Golos Text"/>
                <a:cs typeface="Golos Text"/>
                <a:sym typeface="Golos Text"/>
              </a:rPr>
              <a:t>dig -&gt; </a:t>
            </a:r>
            <a:r>
              <a:rPr lang="ru-RU" sz="1000">
                <a:solidFill>
                  <a:schemeClr val="accent1"/>
                </a:solidFill>
                <a:latin typeface="Golos Text"/>
                <a:ea typeface="Golos Text"/>
                <a:cs typeface="Golos Text"/>
                <a:sym typeface="Golos Text"/>
              </a:rPr>
              <a:t>L*</a:t>
            </a:r>
            <a:r>
              <a:rPr lang="ru-RU" sz="1000">
                <a:solidFill>
                  <a:srgbClr val="FF0000"/>
                </a:solidFill>
                <a:latin typeface="Golos Text"/>
                <a:ea typeface="Golos Text"/>
                <a:cs typeface="Golos Text"/>
                <a:sym typeface="Golos Text"/>
              </a:rPr>
              <a:t>dig</a:t>
            </a:r>
            <a:endParaRPr sz="1000">
              <a:solidFill>
                <a:srgbClr val="FF0000"/>
              </a:solidFill>
              <a:latin typeface="Golos Text"/>
              <a:ea typeface="Golos Text"/>
              <a:cs typeface="Golos Text"/>
              <a:sym typeface="Golos Text"/>
            </a:endParaRPr>
          </a:p>
        </p:txBody>
      </p:sp>
      <p:sp>
        <p:nvSpPr>
          <p:cNvPr id="410" name="Google Shape;410;g1f58dad81a1_0_430"/>
          <p:cNvSpPr txBox="1"/>
          <p:nvPr/>
        </p:nvSpPr>
        <p:spPr>
          <a:xfrm>
            <a:off x="6519000" y="1780550"/>
            <a:ext cx="2426100" cy="287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ru-RU" sz="2000">
                <a:solidFill>
                  <a:schemeClr val="dk1"/>
                </a:solidFill>
                <a:latin typeface="Golos Text"/>
                <a:ea typeface="Golos Text"/>
                <a:cs typeface="Golos Text"/>
                <a:sym typeface="Golos Text"/>
              </a:rPr>
              <a:t>Выход</a:t>
            </a:r>
            <a:r>
              <a:rPr lang="ru-RU" sz="2000">
                <a:solidFill>
                  <a:schemeClr val="dk1"/>
                </a:solidFill>
                <a:latin typeface="Golos Text"/>
                <a:ea typeface="Golos Text"/>
                <a:cs typeface="Golos Text"/>
                <a:sym typeface="Golos Text"/>
              </a:rPr>
              <a:t>: </a:t>
            </a:r>
            <a:endParaRPr sz="2000">
              <a:solidFill>
                <a:schemeClr val="dk1"/>
              </a:solidFill>
              <a:latin typeface="Golos Text"/>
              <a:ea typeface="Golos Text"/>
              <a:cs typeface="Golos Text"/>
              <a:sym typeface="Golos Text"/>
            </a:endParaRPr>
          </a:p>
          <a:p>
            <a:pPr indent="-355600" lvl="0" marL="457200" rtl="0" algn="l">
              <a:spcBef>
                <a:spcPts val="0"/>
              </a:spcBef>
              <a:spcAft>
                <a:spcPts val="0"/>
              </a:spcAft>
              <a:buClr>
                <a:schemeClr val="dk1"/>
              </a:buClr>
              <a:buSzPts val="2000"/>
              <a:buFont typeface="Golos Text"/>
              <a:buChar char="-"/>
            </a:pPr>
            <a:r>
              <a:rPr lang="ru-RU" sz="2000">
                <a:solidFill>
                  <a:schemeClr val="dk1"/>
                </a:solidFill>
                <a:latin typeface="Golos Text"/>
                <a:ea typeface="Golos Text"/>
                <a:cs typeface="Golos Text"/>
                <a:sym typeface="Golos Text"/>
              </a:rPr>
              <a:t>L*4 </a:t>
            </a:r>
            <a:endParaRPr sz="2000">
              <a:solidFill>
                <a:schemeClr val="dk1"/>
              </a:solidFill>
              <a:latin typeface="Golos Text"/>
              <a:ea typeface="Golos Text"/>
              <a:cs typeface="Golos Text"/>
              <a:sym typeface="Golos Text"/>
            </a:endParaRPr>
          </a:p>
        </p:txBody>
      </p:sp>
      <p:cxnSp>
        <p:nvCxnSpPr>
          <p:cNvPr id="411" name="Google Shape;411;g1f58dad81a1_0_430"/>
          <p:cNvCxnSpPr>
            <a:stCxn id="403" idx="3"/>
            <a:endCxn id="403" idx="2"/>
          </p:cNvCxnSpPr>
          <p:nvPr/>
        </p:nvCxnSpPr>
        <p:spPr>
          <a:xfrm flipH="1" rot="5400000">
            <a:off x="1273118" y="2625647"/>
            <a:ext cx="200100" cy="92400"/>
          </a:xfrm>
          <a:prstGeom prst="curvedConnector4">
            <a:avLst>
              <a:gd fmla="val -160434" name="adj1"/>
              <a:gd fmla="val 357704" name="adj2"/>
            </a:avLst>
          </a:prstGeom>
          <a:noFill/>
          <a:ln cap="flat" cmpd="sng" w="9525">
            <a:solidFill>
              <a:schemeClr val="dk2"/>
            </a:solidFill>
            <a:prstDash val="solid"/>
            <a:round/>
            <a:headEnd len="med" w="med" type="none"/>
            <a:tailEnd len="med" w="med" type="stealth"/>
          </a:ln>
        </p:spPr>
      </p:cxnSp>
      <p:sp>
        <p:nvSpPr>
          <p:cNvPr id="412" name="Google Shape;412;g1f58dad81a1_0_430"/>
          <p:cNvSpPr/>
          <p:nvPr/>
        </p:nvSpPr>
        <p:spPr>
          <a:xfrm>
            <a:off x="4174200" y="2274425"/>
            <a:ext cx="630900" cy="566100"/>
          </a:xfrm>
          <a:prstGeom prst="ellipse">
            <a:avLst/>
          </a:prstGeom>
          <a:solidFill>
            <a:srgbClr val="C9DAF8"/>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RU">
                <a:latin typeface="Golos Text"/>
                <a:ea typeface="Golos Text"/>
                <a:cs typeface="Golos Text"/>
                <a:sym typeface="Golos Text"/>
              </a:rPr>
              <a:t>S3</a:t>
            </a:r>
            <a:endParaRPr>
              <a:latin typeface="Golos Text"/>
              <a:ea typeface="Golos Text"/>
              <a:cs typeface="Golos Text"/>
              <a:sym typeface="Golos Text"/>
            </a:endParaRPr>
          </a:p>
        </p:txBody>
      </p:sp>
      <p:cxnSp>
        <p:nvCxnSpPr>
          <p:cNvPr id="413" name="Google Shape;413;g1f58dad81a1_0_430"/>
          <p:cNvCxnSpPr>
            <a:stCxn id="404" idx="6"/>
            <a:endCxn id="412" idx="1"/>
          </p:cNvCxnSpPr>
          <p:nvPr/>
        </p:nvCxnSpPr>
        <p:spPr>
          <a:xfrm>
            <a:off x="3671100" y="2085275"/>
            <a:ext cx="595500" cy="272100"/>
          </a:xfrm>
          <a:prstGeom prst="curvedConnector2">
            <a:avLst/>
          </a:prstGeom>
          <a:noFill/>
          <a:ln cap="flat" cmpd="sng" w="9525">
            <a:solidFill>
              <a:schemeClr val="dk2"/>
            </a:solidFill>
            <a:prstDash val="solid"/>
            <a:round/>
            <a:headEnd len="med" w="med" type="none"/>
            <a:tailEnd len="med" w="med" type="stealth"/>
          </a:ln>
        </p:spPr>
      </p:cxnSp>
      <p:sp>
        <p:nvSpPr>
          <p:cNvPr id="414" name="Google Shape;414;g1f58dad81a1_0_430"/>
          <p:cNvSpPr txBox="1"/>
          <p:nvPr/>
        </p:nvSpPr>
        <p:spPr>
          <a:xfrm>
            <a:off x="3957625" y="1753250"/>
            <a:ext cx="264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1000">
                <a:solidFill>
                  <a:schemeClr val="dk1"/>
                </a:solidFill>
                <a:latin typeface="Golos Text"/>
                <a:ea typeface="Golos Text"/>
                <a:cs typeface="Golos Text"/>
                <a:sym typeface="Golos Text"/>
              </a:rPr>
              <a:t>/</a:t>
            </a:r>
            <a:endParaRPr sz="1000">
              <a:solidFill>
                <a:schemeClr val="dk1"/>
              </a:solidFill>
              <a:latin typeface="Golos Text"/>
              <a:ea typeface="Golos Text"/>
              <a:cs typeface="Golos Text"/>
              <a:sym typeface="Golos Tex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g1f58dad81a1_0_436"/>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3200"/>
              <a:buNone/>
            </a:pPr>
            <a:r>
              <a:rPr b="0" lang="ru-RU" sz="2200">
                <a:latin typeface="Golos Text"/>
                <a:ea typeface="Golos Text"/>
                <a:cs typeface="Golos Text"/>
                <a:sym typeface="Golos Text"/>
              </a:rPr>
              <a:t>Построение автомата </a:t>
            </a:r>
            <a:endParaRPr/>
          </a:p>
        </p:txBody>
      </p:sp>
      <p:sp>
        <p:nvSpPr>
          <p:cNvPr id="420" name="Google Shape;420;g1f58dad81a1_0_43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sp>
        <p:nvSpPr>
          <p:cNvPr id="421" name="Google Shape;421;g1f58dad81a1_0_436"/>
          <p:cNvSpPr txBox="1"/>
          <p:nvPr/>
        </p:nvSpPr>
        <p:spPr>
          <a:xfrm>
            <a:off x="219000" y="1023525"/>
            <a:ext cx="7513200" cy="393600"/>
          </a:xfrm>
          <a:prstGeom prst="rect">
            <a:avLst/>
          </a:prstGeom>
          <a:noFill/>
          <a:ln>
            <a:noFill/>
          </a:ln>
        </p:spPr>
        <p:txBody>
          <a:bodyPr anchorCtr="0" anchor="t" bIns="91425" lIns="91425" spcFirstLastPara="1" rIns="91425" wrap="square" tIns="91425">
            <a:noAutofit/>
          </a:bodyPr>
          <a:lstStyle/>
          <a:p>
            <a:pPr indent="457200" lvl="0" marL="0" rtl="0" algn="l">
              <a:lnSpc>
                <a:spcPct val="115000"/>
              </a:lnSpc>
              <a:spcBef>
                <a:spcPts val="1200"/>
              </a:spcBef>
              <a:spcAft>
                <a:spcPts val="0"/>
              </a:spcAft>
              <a:buNone/>
            </a:pPr>
            <a:r>
              <a:rPr lang="ru-RU" sz="1700">
                <a:solidFill>
                  <a:schemeClr val="dk1"/>
                </a:solidFill>
                <a:latin typeface="Lato"/>
                <a:ea typeface="Lato"/>
                <a:cs typeface="Lato"/>
                <a:sym typeface="Lato"/>
              </a:rPr>
              <a:t>[CEG]4|C/</a:t>
            </a:r>
            <a:r>
              <a:rPr lang="ru-RU" sz="1700">
                <a:solidFill>
                  <a:schemeClr val="accent1"/>
                </a:solidFill>
                <a:latin typeface="Lato"/>
                <a:ea typeface="Lato"/>
                <a:cs typeface="Lato"/>
                <a:sym typeface="Lato"/>
              </a:rPr>
              <a:t>2</a:t>
            </a:r>
            <a:r>
              <a:rPr lang="ru-RU" sz="1700">
                <a:solidFill>
                  <a:schemeClr val="dk1"/>
                </a:solidFill>
                <a:latin typeface="Lato"/>
                <a:ea typeface="Lato"/>
                <a:cs typeface="Lato"/>
                <a:sym typeface="Lato"/>
              </a:rPr>
              <a:t>C/2C/2C/2AF|[Ee]2[Dd]2|[CGc]2&gt;[CGc]2|(3CcC[Cceg]2|</a:t>
            </a:r>
            <a:endParaRPr sz="1700">
              <a:solidFill>
                <a:schemeClr val="dk1"/>
              </a:solidFill>
              <a:latin typeface="Lato"/>
              <a:ea typeface="Lato"/>
              <a:cs typeface="Lato"/>
              <a:sym typeface="Lato"/>
            </a:endParaRPr>
          </a:p>
        </p:txBody>
      </p:sp>
      <p:sp>
        <p:nvSpPr>
          <p:cNvPr id="422" name="Google Shape;422;g1f58dad81a1_0_436"/>
          <p:cNvSpPr/>
          <p:nvPr/>
        </p:nvSpPr>
        <p:spPr>
          <a:xfrm>
            <a:off x="1326975" y="2288700"/>
            <a:ext cx="630900" cy="566100"/>
          </a:xfrm>
          <a:prstGeom prst="ellipse">
            <a:avLst/>
          </a:prstGeom>
          <a:solidFill>
            <a:srgbClr val="D9EAD3"/>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RU">
                <a:latin typeface="Golos Text"/>
                <a:ea typeface="Golos Text"/>
                <a:cs typeface="Golos Text"/>
                <a:sym typeface="Golos Text"/>
              </a:rPr>
              <a:t>S1</a:t>
            </a:r>
            <a:endParaRPr>
              <a:latin typeface="Golos Text"/>
              <a:ea typeface="Golos Text"/>
              <a:cs typeface="Golos Text"/>
              <a:sym typeface="Golos Text"/>
            </a:endParaRPr>
          </a:p>
        </p:txBody>
      </p:sp>
      <p:sp>
        <p:nvSpPr>
          <p:cNvPr id="423" name="Google Shape;423;g1f58dad81a1_0_436"/>
          <p:cNvSpPr/>
          <p:nvPr/>
        </p:nvSpPr>
        <p:spPr>
          <a:xfrm>
            <a:off x="3040200" y="1802225"/>
            <a:ext cx="630900" cy="566100"/>
          </a:xfrm>
          <a:prstGeom prst="ellipse">
            <a:avLst/>
          </a:prstGeom>
          <a:solidFill>
            <a:srgbClr val="C9DAF8"/>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RU">
                <a:latin typeface="Golos Text"/>
                <a:ea typeface="Golos Text"/>
                <a:cs typeface="Golos Text"/>
                <a:sym typeface="Golos Text"/>
              </a:rPr>
              <a:t>S2</a:t>
            </a:r>
            <a:endParaRPr>
              <a:latin typeface="Golos Text"/>
              <a:ea typeface="Golos Text"/>
              <a:cs typeface="Golos Text"/>
              <a:sym typeface="Golos Text"/>
            </a:endParaRPr>
          </a:p>
        </p:txBody>
      </p:sp>
      <p:cxnSp>
        <p:nvCxnSpPr>
          <p:cNvPr id="424" name="Google Shape;424;g1f58dad81a1_0_436"/>
          <p:cNvCxnSpPr>
            <a:stCxn id="422" idx="0"/>
            <a:endCxn id="423" idx="1"/>
          </p:cNvCxnSpPr>
          <p:nvPr/>
        </p:nvCxnSpPr>
        <p:spPr>
          <a:xfrm rot="-5400000">
            <a:off x="2185725" y="1341900"/>
            <a:ext cx="403500" cy="1490100"/>
          </a:xfrm>
          <a:prstGeom prst="curvedConnector3">
            <a:avLst>
              <a:gd fmla="val 179579" name="adj1"/>
            </a:avLst>
          </a:prstGeom>
          <a:noFill/>
          <a:ln cap="flat" cmpd="sng" w="9525">
            <a:solidFill>
              <a:schemeClr val="dk2"/>
            </a:solidFill>
            <a:prstDash val="solid"/>
            <a:round/>
            <a:headEnd len="med" w="med" type="none"/>
            <a:tailEnd len="med" w="med" type="stealth"/>
          </a:ln>
        </p:spPr>
      </p:cxnSp>
      <p:sp>
        <p:nvSpPr>
          <p:cNvPr id="425" name="Google Shape;425;g1f58dad81a1_0_436"/>
          <p:cNvSpPr txBox="1"/>
          <p:nvPr/>
        </p:nvSpPr>
        <p:spPr>
          <a:xfrm>
            <a:off x="2038650" y="1676300"/>
            <a:ext cx="833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1000">
                <a:solidFill>
                  <a:schemeClr val="dk1"/>
                </a:solidFill>
                <a:latin typeface="Golos Text"/>
                <a:ea typeface="Golos Text"/>
                <a:cs typeface="Golos Text"/>
                <a:sym typeface="Golos Text"/>
              </a:rPr>
              <a:t>[, notes</a:t>
            </a:r>
            <a:endParaRPr sz="1000">
              <a:solidFill>
                <a:schemeClr val="dk1"/>
              </a:solidFill>
              <a:latin typeface="Golos Text"/>
              <a:ea typeface="Golos Text"/>
              <a:cs typeface="Golos Text"/>
              <a:sym typeface="Golos Text"/>
            </a:endParaRPr>
          </a:p>
        </p:txBody>
      </p:sp>
      <p:cxnSp>
        <p:nvCxnSpPr>
          <p:cNvPr id="426" name="Google Shape;426;g1f58dad81a1_0_436"/>
          <p:cNvCxnSpPr>
            <a:stCxn id="423" idx="0"/>
            <a:endCxn id="423" idx="7"/>
          </p:cNvCxnSpPr>
          <p:nvPr/>
        </p:nvCxnSpPr>
        <p:spPr>
          <a:xfrm flipH="1" rot="-5400000">
            <a:off x="3425850" y="1732025"/>
            <a:ext cx="82800" cy="223200"/>
          </a:xfrm>
          <a:prstGeom prst="curvedConnector3">
            <a:avLst>
              <a:gd fmla="val -287591" name="adj1"/>
            </a:avLst>
          </a:prstGeom>
          <a:noFill/>
          <a:ln cap="flat" cmpd="sng" w="9525">
            <a:solidFill>
              <a:schemeClr val="dk2"/>
            </a:solidFill>
            <a:prstDash val="solid"/>
            <a:round/>
            <a:headEnd len="med" w="med" type="none"/>
            <a:tailEnd len="med" w="med" type="stealth"/>
          </a:ln>
        </p:spPr>
      </p:cxnSp>
      <p:cxnSp>
        <p:nvCxnSpPr>
          <p:cNvPr id="427" name="Google Shape;427;g1f58dad81a1_0_436"/>
          <p:cNvCxnSpPr>
            <a:stCxn id="423" idx="4"/>
            <a:endCxn id="422" idx="5"/>
          </p:cNvCxnSpPr>
          <p:nvPr/>
        </p:nvCxnSpPr>
        <p:spPr>
          <a:xfrm rot="5400000">
            <a:off x="2408850" y="1825025"/>
            <a:ext cx="403500" cy="1490100"/>
          </a:xfrm>
          <a:prstGeom prst="curvedConnector3">
            <a:avLst>
              <a:gd fmla="val 179579" name="adj1"/>
            </a:avLst>
          </a:prstGeom>
          <a:noFill/>
          <a:ln cap="flat" cmpd="sng" w="9525">
            <a:solidFill>
              <a:schemeClr val="dk2"/>
            </a:solidFill>
            <a:prstDash val="solid"/>
            <a:round/>
            <a:headEnd len="med" w="med" type="none"/>
            <a:tailEnd len="med" w="med" type="stealth"/>
          </a:ln>
        </p:spPr>
      </p:cxnSp>
      <p:sp>
        <p:nvSpPr>
          <p:cNvPr id="428" name="Google Shape;428;g1f58dad81a1_0_436"/>
          <p:cNvSpPr txBox="1"/>
          <p:nvPr/>
        </p:nvSpPr>
        <p:spPr>
          <a:xfrm>
            <a:off x="2216550" y="3140975"/>
            <a:ext cx="994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1000">
                <a:solidFill>
                  <a:schemeClr val="dk1"/>
                </a:solidFill>
                <a:latin typeface="Golos Text"/>
                <a:ea typeface="Golos Text"/>
                <a:cs typeface="Golos Text"/>
                <a:sym typeface="Golos Text"/>
              </a:rPr>
              <a:t>dig -&gt; </a:t>
            </a:r>
            <a:r>
              <a:rPr lang="ru-RU" sz="1000">
                <a:solidFill>
                  <a:schemeClr val="accent1"/>
                </a:solidFill>
                <a:latin typeface="Golos Text"/>
                <a:ea typeface="Golos Text"/>
                <a:cs typeface="Golos Text"/>
                <a:sym typeface="Golos Text"/>
              </a:rPr>
              <a:t>L*</a:t>
            </a:r>
            <a:r>
              <a:rPr lang="ru-RU" sz="1000">
                <a:solidFill>
                  <a:srgbClr val="FF0000"/>
                </a:solidFill>
                <a:latin typeface="Golos Text"/>
                <a:ea typeface="Golos Text"/>
                <a:cs typeface="Golos Text"/>
                <a:sym typeface="Golos Text"/>
              </a:rPr>
              <a:t>dig</a:t>
            </a:r>
            <a:endParaRPr sz="1000">
              <a:solidFill>
                <a:srgbClr val="FF0000"/>
              </a:solidFill>
              <a:latin typeface="Golos Text"/>
              <a:ea typeface="Golos Text"/>
              <a:cs typeface="Golos Text"/>
              <a:sym typeface="Golos Text"/>
            </a:endParaRPr>
          </a:p>
        </p:txBody>
      </p:sp>
      <p:sp>
        <p:nvSpPr>
          <p:cNvPr id="429" name="Google Shape;429;g1f58dad81a1_0_436"/>
          <p:cNvSpPr txBox="1"/>
          <p:nvPr/>
        </p:nvSpPr>
        <p:spPr>
          <a:xfrm>
            <a:off x="6519000" y="1780550"/>
            <a:ext cx="2426100" cy="287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ru-RU" sz="2000">
                <a:solidFill>
                  <a:schemeClr val="dk1"/>
                </a:solidFill>
                <a:latin typeface="Golos Text"/>
                <a:ea typeface="Golos Text"/>
                <a:cs typeface="Golos Text"/>
                <a:sym typeface="Golos Text"/>
              </a:rPr>
              <a:t>Выход</a:t>
            </a:r>
            <a:r>
              <a:rPr lang="ru-RU" sz="2000">
                <a:solidFill>
                  <a:schemeClr val="dk1"/>
                </a:solidFill>
                <a:latin typeface="Golos Text"/>
                <a:ea typeface="Golos Text"/>
                <a:cs typeface="Golos Text"/>
                <a:sym typeface="Golos Text"/>
              </a:rPr>
              <a:t>: </a:t>
            </a:r>
            <a:endParaRPr sz="2000">
              <a:solidFill>
                <a:schemeClr val="dk1"/>
              </a:solidFill>
              <a:latin typeface="Golos Text"/>
              <a:ea typeface="Golos Text"/>
              <a:cs typeface="Golos Text"/>
              <a:sym typeface="Golos Text"/>
            </a:endParaRPr>
          </a:p>
          <a:p>
            <a:pPr indent="-355600" lvl="0" marL="457200" rtl="0" algn="l">
              <a:spcBef>
                <a:spcPts val="0"/>
              </a:spcBef>
              <a:spcAft>
                <a:spcPts val="0"/>
              </a:spcAft>
              <a:buClr>
                <a:schemeClr val="dk1"/>
              </a:buClr>
              <a:buSzPts val="2000"/>
              <a:buFont typeface="Golos Text"/>
              <a:buChar char="-"/>
            </a:pPr>
            <a:r>
              <a:rPr lang="ru-RU" sz="2000">
                <a:solidFill>
                  <a:schemeClr val="dk1"/>
                </a:solidFill>
                <a:latin typeface="Golos Text"/>
                <a:ea typeface="Golos Text"/>
                <a:cs typeface="Golos Text"/>
                <a:sym typeface="Golos Text"/>
              </a:rPr>
              <a:t>L*4</a:t>
            </a:r>
            <a:endParaRPr sz="2000">
              <a:solidFill>
                <a:schemeClr val="dk1"/>
              </a:solidFill>
              <a:latin typeface="Golos Text"/>
              <a:ea typeface="Golos Text"/>
              <a:cs typeface="Golos Text"/>
              <a:sym typeface="Golos Text"/>
            </a:endParaRPr>
          </a:p>
          <a:p>
            <a:pPr indent="-355600" lvl="0" marL="457200" rtl="0" algn="l">
              <a:spcBef>
                <a:spcPts val="0"/>
              </a:spcBef>
              <a:spcAft>
                <a:spcPts val="0"/>
              </a:spcAft>
              <a:buClr>
                <a:schemeClr val="dk1"/>
              </a:buClr>
              <a:buSzPts val="2000"/>
              <a:buFont typeface="Golos Text"/>
              <a:buChar char="-"/>
            </a:pPr>
            <a:r>
              <a:rPr lang="ru-RU" sz="2000">
                <a:solidFill>
                  <a:schemeClr val="dk1"/>
                </a:solidFill>
                <a:latin typeface="Golos Text"/>
                <a:ea typeface="Golos Text"/>
                <a:cs typeface="Golos Text"/>
                <a:sym typeface="Golos Text"/>
              </a:rPr>
              <a:t>L/2</a:t>
            </a:r>
            <a:r>
              <a:rPr lang="ru-RU" sz="2000">
                <a:solidFill>
                  <a:schemeClr val="dk1"/>
                </a:solidFill>
                <a:latin typeface="Golos Text"/>
                <a:ea typeface="Golos Text"/>
                <a:cs typeface="Golos Text"/>
                <a:sym typeface="Golos Text"/>
              </a:rPr>
              <a:t> </a:t>
            </a:r>
            <a:endParaRPr sz="2000">
              <a:solidFill>
                <a:schemeClr val="dk1"/>
              </a:solidFill>
              <a:latin typeface="Golos Text"/>
              <a:ea typeface="Golos Text"/>
              <a:cs typeface="Golos Text"/>
              <a:sym typeface="Golos Text"/>
            </a:endParaRPr>
          </a:p>
        </p:txBody>
      </p:sp>
      <p:cxnSp>
        <p:nvCxnSpPr>
          <p:cNvPr id="430" name="Google Shape;430;g1f58dad81a1_0_436"/>
          <p:cNvCxnSpPr>
            <a:stCxn id="422" idx="3"/>
            <a:endCxn id="422" idx="2"/>
          </p:cNvCxnSpPr>
          <p:nvPr/>
        </p:nvCxnSpPr>
        <p:spPr>
          <a:xfrm flipH="1" rot="5400000">
            <a:off x="1273118" y="2625647"/>
            <a:ext cx="200100" cy="92400"/>
          </a:xfrm>
          <a:prstGeom prst="curvedConnector4">
            <a:avLst>
              <a:gd fmla="val -160434" name="adj1"/>
              <a:gd fmla="val 357704" name="adj2"/>
            </a:avLst>
          </a:prstGeom>
          <a:noFill/>
          <a:ln cap="flat" cmpd="sng" w="9525">
            <a:solidFill>
              <a:schemeClr val="dk2"/>
            </a:solidFill>
            <a:prstDash val="solid"/>
            <a:round/>
            <a:headEnd len="med" w="med" type="none"/>
            <a:tailEnd len="med" w="med" type="stealth"/>
          </a:ln>
        </p:spPr>
      </p:cxnSp>
      <p:sp>
        <p:nvSpPr>
          <p:cNvPr id="431" name="Google Shape;431;g1f58dad81a1_0_436"/>
          <p:cNvSpPr/>
          <p:nvPr/>
        </p:nvSpPr>
        <p:spPr>
          <a:xfrm>
            <a:off x="4174200" y="2274425"/>
            <a:ext cx="630900" cy="566100"/>
          </a:xfrm>
          <a:prstGeom prst="ellipse">
            <a:avLst/>
          </a:prstGeom>
          <a:solidFill>
            <a:srgbClr val="C9DAF8"/>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RU">
                <a:latin typeface="Golos Text"/>
                <a:ea typeface="Golos Text"/>
                <a:cs typeface="Golos Text"/>
                <a:sym typeface="Golos Text"/>
              </a:rPr>
              <a:t>S3</a:t>
            </a:r>
            <a:endParaRPr>
              <a:latin typeface="Golos Text"/>
              <a:ea typeface="Golos Text"/>
              <a:cs typeface="Golos Text"/>
              <a:sym typeface="Golos Text"/>
            </a:endParaRPr>
          </a:p>
        </p:txBody>
      </p:sp>
      <p:cxnSp>
        <p:nvCxnSpPr>
          <p:cNvPr id="432" name="Google Shape;432;g1f58dad81a1_0_436"/>
          <p:cNvCxnSpPr>
            <a:stCxn id="423" idx="6"/>
            <a:endCxn id="431" idx="1"/>
          </p:cNvCxnSpPr>
          <p:nvPr/>
        </p:nvCxnSpPr>
        <p:spPr>
          <a:xfrm>
            <a:off x="3671100" y="2085275"/>
            <a:ext cx="595500" cy="272100"/>
          </a:xfrm>
          <a:prstGeom prst="curvedConnector2">
            <a:avLst/>
          </a:prstGeom>
          <a:noFill/>
          <a:ln cap="flat" cmpd="sng" w="9525">
            <a:solidFill>
              <a:schemeClr val="dk2"/>
            </a:solidFill>
            <a:prstDash val="solid"/>
            <a:round/>
            <a:headEnd len="med" w="med" type="none"/>
            <a:tailEnd len="med" w="med" type="stealth"/>
          </a:ln>
        </p:spPr>
      </p:cxnSp>
      <p:sp>
        <p:nvSpPr>
          <p:cNvPr id="433" name="Google Shape;433;g1f58dad81a1_0_436"/>
          <p:cNvSpPr txBox="1"/>
          <p:nvPr/>
        </p:nvSpPr>
        <p:spPr>
          <a:xfrm>
            <a:off x="3957625" y="1753250"/>
            <a:ext cx="264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1000">
                <a:solidFill>
                  <a:schemeClr val="dk1"/>
                </a:solidFill>
                <a:latin typeface="Golos Text"/>
                <a:ea typeface="Golos Text"/>
                <a:cs typeface="Golos Text"/>
                <a:sym typeface="Golos Text"/>
              </a:rPr>
              <a:t>/</a:t>
            </a:r>
            <a:endParaRPr sz="1000">
              <a:solidFill>
                <a:schemeClr val="dk1"/>
              </a:solidFill>
              <a:latin typeface="Golos Text"/>
              <a:ea typeface="Golos Text"/>
              <a:cs typeface="Golos Text"/>
              <a:sym typeface="Golos Text"/>
            </a:endParaRPr>
          </a:p>
        </p:txBody>
      </p:sp>
      <p:cxnSp>
        <p:nvCxnSpPr>
          <p:cNvPr id="434" name="Google Shape;434;g1f58dad81a1_0_436"/>
          <p:cNvCxnSpPr>
            <a:stCxn id="431" idx="2"/>
            <a:endCxn id="422" idx="5"/>
          </p:cNvCxnSpPr>
          <p:nvPr/>
        </p:nvCxnSpPr>
        <p:spPr>
          <a:xfrm flipH="1">
            <a:off x="1865400" y="2557475"/>
            <a:ext cx="2308800" cy="214500"/>
          </a:xfrm>
          <a:prstGeom prst="curvedConnector4">
            <a:avLst>
              <a:gd fmla="val 23840" name="adj1"/>
              <a:gd fmla="val 249627" name="adj2"/>
            </a:avLst>
          </a:prstGeom>
          <a:noFill/>
          <a:ln cap="flat" cmpd="sng" w="9525">
            <a:solidFill>
              <a:schemeClr val="dk2"/>
            </a:solidFill>
            <a:prstDash val="solid"/>
            <a:round/>
            <a:headEnd len="med" w="med" type="none"/>
            <a:tailEnd len="med" w="med" type="none"/>
          </a:ln>
        </p:spPr>
      </p:cxnSp>
      <p:sp>
        <p:nvSpPr>
          <p:cNvPr id="435" name="Google Shape;435;g1f58dad81a1_0_436"/>
          <p:cNvSpPr txBox="1"/>
          <p:nvPr/>
        </p:nvSpPr>
        <p:spPr>
          <a:xfrm>
            <a:off x="3404125" y="2945625"/>
            <a:ext cx="994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1000">
                <a:solidFill>
                  <a:schemeClr val="dk1"/>
                </a:solidFill>
                <a:latin typeface="Golos Text"/>
                <a:ea typeface="Golos Text"/>
                <a:cs typeface="Golos Text"/>
                <a:sym typeface="Golos Text"/>
              </a:rPr>
              <a:t>dig -&gt; </a:t>
            </a:r>
            <a:r>
              <a:rPr lang="ru-RU" sz="1000">
                <a:solidFill>
                  <a:schemeClr val="accent1"/>
                </a:solidFill>
                <a:latin typeface="Golos Text"/>
                <a:ea typeface="Golos Text"/>
                <a:cs typeface="Golos Text"/>
                <a:sym typeface="Golos Text"/>
              </a:rPr>
              <a:t>L/</a:t>
            </a:r>
            <a:r>
              <a:rPr lang="ru-RU" sz="1000">
                <a:solidFill>
                  <a:srgbClr val="FF0000"/>
                </a:solidFill>
                <a:latin typeface="Golos Text"/>
                <a:ea typeface="Golos Text"/>
                <a:cs typeface="Golos Text"/>
                <a:sym typeface="Golos Text"/>
              </a:rPr>
              <a:t>dig</a:t>
            </a:r>
            <a:endParaRPr sz="1000">
              <a:solidFill>
                <a:srgbClr val="FF0000"/>
              </a:solidFill>
              <a:latin typeface="Golos Text"/>
              <a:ea typeface="Golos Text"/>
              <a:cs typeface="Golos Text"/>
              <a:sym typeface="Golos Tex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g1f58dad81a1_0_442"/>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3200"/>
              <a:buNone/>
            </a:pPr>
            <a:r>
              <a:rPr b="0" lang="ru-RU" sz="2200">
                <a:latin typeface="Golos Text"/>
                <a:ea typeface="Golos Text"/>
                <a:cs typeface="Golos Text"/>
                <a:sym typeface="Golos Text"/>
              </a:rPr>
              <a:t>Построение автомата </a:t>
            </a:r>
            <a:endParaRPr/>
          </a:p>
        </p:txBody>
      </p:sp>
      <p:sp>
        <p:nvSpPr>
          <p:cNvPr id="441" name="Google Shape;441;g1f58dad81a1_0_44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sp>
        <p:nvSpPr>
          <p:cNvPr id="442" name="Google Shape;442;g1f58dad81a1_0_442"/>
          <p:cNvSpPr txBox="1"/>
          <p:nvPr/>
        </p:nvSpPr>
        <p:spPr>
          <a:xfrm>
            <a:off x="219000" y="1023525"/>
            <a:ext cx="7513200" cy="393600"/>
          </a:xfrm>
          <a:prstGeom prst="rect">
            <a:avLst/>
          </a:prstGeom>
          <a:noFill/>
          <a:ln>
            <a:noFill/>
          </a:ln>
        </p:spPr>
        <p:txBody>
          <a:bodyPr anchorCtr="0" anchor="t" bIns="91425" lIns="91425" spcFirstLastPara="1" rIns="91425" wrap="square" tIns="91425">
            <a:noAutofit/>
          </a:bodyPr>
          <a:lstStyle/>
          <a:p>
            <a:pPr indent="457200" lvl="0" marL="0" rtl="0" algn="l">
              <a:lnSpc>
                <a:spcPct val="115000"/>
              </a:lnSpc>
              <a:spcBef>
                <a:spcPts val="1200"/>
              </a:spcBef>
              <a:spcAft>
                <a:spcPts val="0"/>
              </a:spcAft>
              <a:buNone/>
            </a:pPr>
            <a:r>
              <a:rPr lang="ru-RU" sz="1700">
                <a:solidFill>
                  <a:schemeClr val="dk1"/>
                </a:solidFill>
                <a:latin typeface="Lato"/>
                <a:ea typeface="Lato"/>
                <a:cs typeface="Lato"/>
                <a:sym typeface="Lato"/>
              </a:rPr>
              <a:t>[CEG]4|C/2</a:t>
            </a:r>
            <a:r>
              <a:rPr lang="ru-RU" sz="1700">
                <a:solidFill>
                  <a:schemeClr val="accent1"/>
                </a:solidFill>
                <a:latin typeface="Lato"/>
                <a:ea typeface="Lato"/>
                <a:cs typeface="Lato"/>
                <a:sym typeface="Lato"/>
              </a:rPr>
              <a:t>C/2C/2C/2</a:t>
            </a:r>
            <a:r>
              <a:rPr lang="ru-RU" sz="1700">
                <a:solidFill>
                  <a:schemeClr val="dk1"/>
                </a:solidFill>
                <a:latin typeface="Lato"/>
                <a:ea typeface="Lato"/>
                <a:cs typeface="Lato"/>
                <a:sym typeface="Lato"/>
              </a:rPr>
              <a:t>AF|[Ee]2[Dd]2|[CGc]2&gt;[CGc]2|(3CcC[Cceg]2|</a:t>
            </a:r>
            <a:endParaRPr sz="1700">
              <a:solidFill>
                <a:schemeClr val="dk1"/>
              </a:solidFill>
              <a:latin typeface="Lato"/>
              <a:ea typeface="Lato"/>
              <a:cs typeface="Lato"/>
              <a:sym typeface="Lato"/>
            </a:endParaRPr>
          </a:p>
        </p:txBody>
      </p:sp>
      <p:sp>
        <p:nvSpPr>
          <p:cNvPr id="443" name="Google Shape;443;g1f58dad81a1_0_442"/>
          <p:cNvSpPr/>
          <p:nvPr/>
        </p:nvSpPr>
        <p:spPr>
          <a:xfrm>
            <a:off x="1326975" y="2288700"/>
            <a:ext cx="630900" cy="566100"/>
          </a:xfrm>
          <a:prstGeom prst="ellipse">
            <a:avLst/>
          </a:prstGeom>
          <a:solidFill>
            <a:srgbClr val="D9EAD3"/>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RU">
                <a:latin typeface="Golos Text"/>
                <a:ea typeface="Golos Text"/>
                <a:cs typeface="Golos Text"/>
                <a:sym typeface="Golos Text"/>
              </a:rPr>
              <a:t>S1</a:t>
            </a:r>
            <a:endParaRPr>
              <a:latin typeface="Golos Text"/>
              <a:ea typeface="Golos Text"/>
              <a:cs typeface="Golos Text"/>
              <a:sym typeface="Golos Text"/>
            </a:endParaRPr>
          </a:p>
        </p:txBody>
      </p:sp>
      <p:sp>
        <p:nvSpPr>
          <p:cNvPr id="444" name="Google Shape;444;g1f58dad81a1_0_442"/>
          <p:cNvSpPr/>
          <p:nvPr/>
        </p:nvSpPr>
        <p:spPr>
          <a:xfrm>
            <a:off x="3040200" y="1802225"/>
            <a:ext cx="630900" cy="566100"/>
          </a:xfrm>
          <a:prstGeom prst="ellipse">
            <a:avLst/>
          </a:prstGeom>
          <a:solidFill>
            <a:srgbClr val="C9DAF8"/>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RU">
                <a:latin typeface="Golos Text"/>
                <a:ea typeface="Golos Text"/>
                <a:cs typeface="Golos Text"/>
                <a:sym typeface="Golos Text"/>
              </a:rPr>
              <a:t>S2</a:t>
            </a:r>
            <a:endParaRPr>
              <a:latin typeface="Golos Text"/>
              <a:ea typeface="Golos Text"/>
              <a:cs typeface="Golos Text"/>
              <a:sym typeface="Golos Text"/>
            </a:endParaRPr>
          </a:p>
        </p:txBody>
      </p:sp>
      <p:cxnSp>
        <p:nvCxnSpPr>
          <p:cNvPr id="445" name="Google Shape;445;g1f58dad81a1_0_442"/>
          <p:cNvCxnSpPr>
            <a:stCxn id="443" idx="0"/>
            <a:endCxn id="444" idx="1"/>
          </p:cNvCxnSpPr>
          <p:nvPr/>
        </p:nvCxnSpPr>
        <p:spPr>
          <a:xfrm rot="-5400000">
            <a:off x="2185725" y="1341900"/>
            <a:ext cx="403500" cy="1490100"/>
          </a:xfrm>
          <a:prstGeom prst="curvedConnector3">
            <a:avLst>
              <a:gd fmla="val 179579" name="adj1"/>
            </a:avLst>
          </a:prstGeom>
          <a:noFill/>
          <a:ln cap="flat" cmpd="sng" w="9525">
            <a:solidFill>
              <a:schemeClr val="dk2"/>
            </a:solidFill>
            <a:prstDash val="solid"/>
            <a:round/>
            <a:headEnd len="med" w="med" type="none"/>
            <a:tailEnd len="med" w="med" type="stealth"/>
          </a:ln>
        </p:spPr>
      </p:cxnSp>
      <p:sp>
        <p:nvSpPr>
          <p:cNvPr id="446" name="Google Shape;446;g1f58dad81a1_0_442"/>
          <p:cNvSpPr txBox="1"/>
          <p:nvPr/>
        </p:nvSpPr>
        <p:spPr>
          <a:xfrm>
            <a:off x="2038650" y="1676300"/>
            <a:ext cx="833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1000">
                <a:solidFill>
                  <a:schemeClr val="dk1"/>
                </a:solidFill>
                <a:latin typeface="Golos Text"/>
                <a:ea typeface="Golos Text"/>
                <a:cs typeface="Golos Text"/>
                <a:sym typeface="Golos Text"/>
              </a:rPr>
              <a:t>[, notes</a:t>
            </a:r>
            <a:endParaRPr sz="1000">
              <a:solidFill>
                <a:schemeClr val="dk1"/>
              </a:solidFill>
              <a:latin typeface="Golos Text"/>
              <a:ea typeface="Golos Text"/>
              <a:cs typeface="Golos Text"/>
              <a:sym typeface="Golos Text"/>
            </a:endParaRPr>
          </a:p>
        </p:txBody>
      </p:sp>
      <p:cxnSp>
        <p:nvCxnSpPr>
          <p:cNvPr id="447" name="Google Shape;447;g1f58dad81a1_0_442"/>
          <p:cNvCxnSpPr>
            <a:stCxn id="444" idx="0"/>
            <a:endCxn id="444" idx="7"/>
          </p:cNvCxnSpPr>
          <p:nvPr/>
        </p:nvCxnSpPr>
        <p:spPr>
          <a:xfrm flipH="1" rot="-5400000">
            <a:off x="3425850" y="1732025"/>
            <a:ext cx="82800" cy="223200"/>
          </a:xfrm>
          <a:prstGeom prst="curvedConnector3">
            <a:avLst>
              <a:gd fmla="val -287591" name="adj1"/>
            </a:avLst>
          </a:prstGeom>
          <a:noFill/>
          <a:ln cap="flat" cmpd="sng" w="9525">
            <a:solidFill>
              <a:schemeClr val="dk2"/>
            </a:solidFill>
            <a:prstDash val="solid"/>
            <a:round/>
            <a:headEnd len="med" w="med" type="none"/>
            <a:tailEnd len="med" w="med" type="stealth"/>
          </a:ln>
        </p:spPr>
      </p:cxnSp>
      <p:cxnSp>
        <p:nvCxnSpPr>
          <p:cNvPr id="448" name="Google Shape;448;g1f58dad81a1_0_442"/>
          <p:cNvCxnSpPr>
            <a:stCxn id="444" idx="4"/>
            <a:endCxn id="443" idx="5"/>
          </p:cNvCxnSpPr>
          <p:nvPr/>
        </p:nvCxnSpPr>
        <p:spPr>
          <a:xfrm rot="5400000">
            <a:off x="2408850" y="1825025"/>
            <a:ext cx="403500" cy="1490100"/>
          </a:xfrm>
          <a:prstGeom prst="curvedConnector3">
            <a:avLst>
              <a:gd fmla="val 179579" name="adj1"/>
            </a:avLst>
          </a:prstGeom>
          <a:noFill/>
          <a:ln cap="flat" cmpd="sng" w="9525">
            <a:solidFill>
              <a:schemeClr val="dk2"/>
            </a:solidFill>
            <a:prstDash val="solid"/>
            <a:round/>
            <a:headEnd len="med" w="med" type="none"/>
            <a:tailEnd len="med" w="med" type="stealth"/>
          </a:ln>
        </p:spPr>
      </p:cxnSp>
      <p:sp>
        <p:nvSpPr>
          <p:cNvPr id="449" name="Google Shape;449;g1f58dad81a1_0_442"/>
          <p:cNvSpPr txBox="1"/>
          <p:nvPr/>
        </p:nvSpPr>
        <p:spPr>
          <a:xfrm>
            <a:off x="2216550" y="3140975"/>
            <a:ext cx="994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1000">
                <a:solidFill>
                  <a:schemeClr val="dk1"/>
                </a:solidFill>
                <a:latin typeface="Golos Text"/>
                <a:ea typeface="Golos Text"/>
                <a:cs typeface="Golos Text"/>
                <a:sym typeface="Golos Text"/>
              </a:rPr>
              <a:t>dig -&gt; </a:t>
            </a:r>
            <a:r>
              <a:rPr lang="ru-RU" sz="1000">
                <a:solidFill>
                  <a:schemeClr val="accent1"/>
                </a:solidFill>
                <a:latin typeface="Golos Text"/>
                <a:ea typeface="Golos Text"/>
                <a:cs typeface="Golos Text"/>
                <a:sym typeface="Golos Text"/>
              </a:rPr>
              <a:t>L*</a:t>
            </a:r>
            <a:r>
              <a:rPr lang="ru-RU" sz="1000">
                <a:solidFill>
                  <a:srgbClr val="FF0000"/>
                </a:solidFill>
                <a:latin typeface="Golos Text"/>
                <a:ea typeface="Golos Text"/>
                <a:cs typeface="Golos Text"/>
                <a:sym typeface="Golos Text"/>
              </a:rPr>
              <a:t>dig</a:t>
            </a:r>
            <a:endParaRPr sz="1000">
              <a:solidFill>
                <a:srgbClr val="FF0000"/>
              </a:solidFill>
              <a:latin typeface="Golos Text"/>
              <a:ea typeface="Golos Text"/>
              <a:cs typeface="Golos Text"/>
              <a:sym typeface="Golos Text"/>
            </a:endParaRPr>
          </a:p>
        </p:txBody>
      </p:sp>
      <p:sp>
        <p:nvSpPr>
          <p:cNvPr id="450" name="Google Shape;450;g1f58dad81a1_0_442"/>
          <p:cNvSpPr txBox="1"/>
          <p:nvPr/>
        </p:nvSpPr>
        <p:spPr>
          <a:xfrm>
            <a:off x="6519000" y="1780550"/>
            <a:ext cx="2426100" cy="287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ru-RU" sz="2000">
                <a:solidFill>
                  <a:schemeClr val="dk1"/>
                </a:solidFill>
                <a:latin typeface="Golos Text"/>
                <a:ea typeface="Golos Text"/>
                <a:cs typeface="Golos Text"/>
                <a:sym typeface="Golos Text"/>
              </a:rPr>
              <a:t>Выход</a:t>
            </a:r>
            <a:r>
              <a:rPr lang="ru-RU" sz="2000">
                <a:solidFill>
                  <a:schemeClr val="dk1"/>
                </a:solidFill>
                <a:latin typeface="Golos Text"/>
                <a:ea typeface="Golos Text"/>
                <a:cs typeface="Golos Text"/>
                <a:sym typeface="Golos Text"/>
              </a:rPr>
              <a:t>: </a:t>
            </a:r>
            <a:endParaRPr sz="2000">
              <a:solidFill>
                <a:schemeClr val="dk1"/>
              </a:solidFill>
              <a:latin typeface="Golos Text"/>
              <a:ea typeface="Golos Text"/>
              <a:cs typeface="Golos Text"/>
              <a:sym typeface="Golos Text"/>
            </a:endParaRPr>
          </a:p>
          <a:p>
            <a:pPr indent="-355600" lvl="0" marL="457200" rtl="0" algn="l">
              <a:spcBef>
                <a:spcPts val="0"/>
              </a:spcBef>
              <a:spcAft>
                <a:spcPts val="0"/>
              </a:spcAft>
              <a:buClr>
                <a:schemeClr val="dk1"/>
              </a:buClr>
              <a:buSzPts val="2000"/>
              <a:buFont typeface="Golos Text"/>
              <a:buChar char="-"/>
            </a:pPr>
            <a:r>
              <a:rPr lang="ru-RU" sz="2000">
                <a:solidFill>
                  <a:schemeClr val="dk1"/>
                </a:solidFill>
                <a:latin typeface="Golos Text"/>
                <a:ea typeface="Golos Text"/>
                <a:cs typeface="Golos Text"/>
                <a:sym typeface="Golos Text"/>
              </a:rPr>
              <a:t>L*4</a:t>
            </a:r>
            <a:endParaRPr sz="2000">
              <a:solidFill>
                <a:schemeClr val="dk1"/>
              </a:solidFill>
              <a:latin typeface="Golos Text"/>
              <a:ea typeface="Golos Text"/>
              <a:cs typeface="Golos Text"/>
              <a:sym typeface="Golos Text"/>
            </a:endParaRPr>
          </a:p>
          <a:p>
            <a:pPr indent="-355600" lvl="0" marL="457200" rtl="0" algn="l">
              <a:spcBef>
                <a:spcPts val="0"/>
              </a:spcBef>
              <a:spcAft>
                <a:spcPts val="0"/>
              </a:spcAft>
              <a:buClr>
                <a:schemeClr val="dk1"/>
              </a:buClr>
              <a:buSzPts val="2000"/>
              <a:buFont typeface="Golos Text"/>
              <a:buChar char="-"/>
            </a:pPr>
            <a:r>
              <a:rPr lang="ru-RU" sz="2000">
                <a:solidFill>
                  <a:schemeClr val="dk1"/>
                </a:solidFill>
                <a:latin typeface="Golos Text"/>
                <a:ea typeface="Golos Text"/>
                <a:cs typeface="Golos Text"/>
                <a:sym typeface="Golos Text"/>
              </a:rPr>
              <a:t>L/2 </a:t>
            </a:r>
            <a:endParaRPr sz="2000">
              <a:solidFill>
                <a:schemeClr val="dk1"/>
              </a:solidFill>
              <a:latin typeface="Golos Text"/>
              <a:ea typeface="Golos Text"/>
              <a:cs typeface="Golos Text"/>
              <a:sym typeface="Golos Text"/>
            </a:endParaRPr>
          </a:p>
          <a:p>
            <a:pPr indent="-355600" lvl="0" marL="457200" rtl="0" algn="l">
              <a:spcBef>
                <a:spcPts val="0"/>
              </a:spcBef>
              <a:spcAft>
                <a:spcPts val="0"/>
              </a:spcAft>
              <a:buClr>
                <a:schemeClr val="dk1"/>
              </a:buClr>
              <a:buSzPts val="2000"/>
              <a:buFont typeface="Golos Text"/>
              <a:buChar char="-"/>
            </a:pPr>
            <a:r>
              <a:rPr lang="ru-RU" sz="2000">
                <a:solidFill>
                  <a:schemeClr val="dk1"/>
                </a:solidFill>
                <a:latin typeface="Golos Text"/>
                <a:ea typeface="Golos Text"/>
                <a:cs typeface="Golos Text"/>
                <a:sym typeface="Golos Text"/>
              </a:rPr>
              <a:t>L/2</a:t>
            </a:r>
            <a:endParaRPr sz="2000">
              <a:solidFill>
                <a:schemeClr val="dk1"/>
              </a:solidFill>
              <a:latin typeface="Golos Text"/>
              <a:ea typeface="Golos Text"/>
              <a:cs typeface="Golos Text"/>
              <a:sym typeface="Golos Text"/>
            </a:endParaRPr>
          </a:p>
          <a:p>
            <a:pPr indent="-355600" lvl="0" marL="457200" rtl="0" algn="l">
              <a:spcBef>
                <a:spcPts val="0"/>
              </a:spcBef>
              <a:spcAft>
                <a:spcPts val="0"/>
              </a:spcAft>
              <a:buClr>
                <a:schemeClr val="dk1"/>
              </a:buClr>
              <a:buSzPts val="2000"/>
              <a:buFont typeface="Golos Text"/>
              <a:buChar char="-"/>
            </a:pPr>
            <a:r>
              <a:rPr lang="ru-RU" sz="2000">
                <a:solidFill>
                  <a:schemeClr val="dk1"/>
                </a:solidFill>
                <a:latin typeface="Golos Text"/>
                <a:ea typeface="Golos Text"/>
                <a:cs typeface="Golos Text"/>
                <a:sym typeface="Golos Text"/>
              </a:rPr>
              <a:t>L/2</a:t>
            </a:r>
            <a:endParaRPr sz="2000">
              <a:solidFill>
                <a:schemeClr val="dk1"/>
              </a:solidFill>
              <a:latin typeface="Golos Text"/>
              <a:ea typeface="Golos Text"/>
              <a:cs typeface="Golos Text"/>
              <a:sym typeface="Golos Text"/>
            </a:endParaRPr>
          </a:p>
          <a:p>
            <a:pPr indent="-355600" lvl="0" marL="457200" rtl="0" algn="l">
              <a:spcBef>
                <a:spcPts val="0"/>
              </a:spcBef>
              <a:spcAft>
                <a:spcPts val="0"/>
              </a:spcAft>
              <a:buClr>
                <a:schemeClr val="dk1"/>
              </a:buClr>
              <a:buSzPts val="2000"/>
              <a:buFont typeface="Golos Text"/>
              <a:buChar char="-"/>
            </a:pPr>
            <a:r>
              <a:rPr lang="ru-RU" sz="2000">
                <a:solidFill>
                  <a:schemeClr val="dk1"/>
                </a:solidFill>
                <a:latin typeface="Golos Text"/>
                <a:ea typeface="Golos Text"/>
                <a:cs typeface="Golos Text"/>
                <a:sym typeface="Golos Text"/>
              </a:rPr>
              <a:t>L/2</a:t>
            </a:r>
            <a:endParaRPr sz="2000">
              <a:solidFill>
                <a:schemeClr val="dk1"/>
              </a:solidFill>
              <a:latin typeface="Golos Text"/>
              <a:ea typeface="Golos Text"/>
              <a:cs typeface="Golos Text"/>
              <a:sym typeface="Golos Text"/>
            </a:endParaRPr>
          </a:p>
        </p:txBody>
      </p:sp>
      <p:cxnSp>
        <p:nvCxnSpPr>
          <p:cNvPr id="451" name="Google Shape;451;g1f58dad81a1_0_442"/>
          <p:cNvCxnSpPr>
            <a:stCxn id="443" idx="3"/>
            <a:endCxn id="443" idx="2"/>
          </p:cNvCxnSpPr>
          <p:nvPr/>
        </p:nvCxnSpPr>
        <p:spPr>
          <a:xfrm flipH="1" rot="5400000">
            <a:off x="1273118" y="2625647"/>
            <a:ext cx="200100" cy="92400"/>
          </a:xfrm>
          <a:prstGeom prst="curvedConnector4">
            <a:avLst>
              <a:gd fmla="val -160434" name="adj1"/>
              <a:gd fmla="val 357704" name="adj2"/>
            </a:avLst>
          </a:prstGeom>
          <a:noFill/>
          <a:ln cap="flat" cmpd="sng" w="9525">
            <a:solidFill>
              <a:schemeClr val="dk2"/>
            </a:solidFill>
            <a:prstDash val="solid"/>
            <a:round/>
            <a:headEnd len="med" w="med" type="none"/>
            <a:tailEnd len="med" w="med" type="stealth"/>
          </a:ln>
        </p:spPr>
      </p:cxnSp>
      <p:sp>
        <p:nvSpPr>
          <p:cNvPr id="452" name="Google Shape;452;g1f58dad81a1_0_442"/>
          <p:cNvSpPr/>
          <p:nvPr/>
        </p:nvSpPr>
        <p:spPr>
          <a:xfrm>
            <a:off x="4174200" y="2274425"/>
            <a:ext cx="630900" cy="566100"/>
          </a:xfrm>
          <a:prstGeom prst="ellipse">
            <a:avLst/>
          </a:prstGeom>
          <a:solidFill>
            <a:srgbClr val="C9DAF8"/>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RU">
                <a:latin typeface="Golos Text"/>
                <a:ea typeface="Golos Text"/>
                <a:cs typeface="Golos Text"/>
                <a:sym typeface="Golos Text"/>
              </a:rPr>
              <a:t>S3</a:t>
            </a:r>
            <a:endParaRPr>
              <a:latin typeface="Golos Text"/>
              <a:ea typeface="Golos Text"/>
              <a:cs typeface="Golos Text"/>
              <a:sym typeface="Golos Text"/>
            </a:endParaRPr>
          </a:p>
        </p:txBody>
      </p:sp>
      <p:cxnSp>
        <p:nvCxnSpPr>
          <p:cNvPr id="453" name="Google Shape;453;g1f58dad81a1_0_442"/>
          <p:cNvCxnSpPr>
            <a:stCxn id="444" idx="6"/>
            <a:endCxn id="452" idx="1"/>
          </p:cNvCxnSpPr>
          <p:nvPr/>
        </p:nvCxnSpPr>
        <p:spPr>
          <a:xfrm>
            <a:off x="3671100" y="2085275"/>
            <a:ext cx="595500" cy="272100"/>
          </a:xfrm>
          <a:prstGeom prst="curvedConnector2">
            <a:avLst/>
          </a:prstGeom>
          <a:noFill/>
          <a:ln cap="flat" cmpd="sng" w="9525">
            <a:solidFill>
              <a:schemeClr val="dk2"/>
            </a:solidFill>
            <a:prstDash val="solid"/>
            <a:round/>
            <a:headEnd len="med" w="med" type="none"/>
            <a:tailEnd len="med" w="med" type="stealth"/>
          </a:ln>
        </p:spPr>
      </p:cxnSp>
      <p:sp>
        <p:nvSpPr>
          <p:cNvPr id="454" name="Google Shape;454;g1f58dad81a1_0_442"/>
          <p:cNvSpPr txBox="1"/>
          <p:nvPr/>
        </p:nvSpPr>
        <p:spPr>
          <a:xfrm>
            <a:off x="3957625" y="1753250"/>
            <a:ext cx="264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1000">
                <a:solidFill>
                  <a:schemeClr val="dk1"/>
                </a:solidFill>
                <a:latin typeface="Golos Text"/>
                <a:ea typeface="Golos Text"/>
                <a:cs typeface="Golos Text"/>
                <a:sym typeface="Golos Text"/>
              </a:rPr>
              <a:t>/</a:t>
            </a:r>
            <a:endParaRPr sz="1000">
              <a:solidFill>
                <a:schemeClr val="dk1"/>
              </a:solidFill>
              <a:latin typeface="Golos Text"/>
              <a:ea typeface="Golos Text"/>
              <a:cs typeface="Golos Text"/>
              <a:sym typeface="Golos Text"/>
            </a:endParaRPr>
          </a:p>
        </p:txBody>
      </p:sp>
      <p:cxnSp>
        <p:nvCxnSpPr>
          <p:cNvPr id="455" name="Google Shape;455;g1f58dad81a1_0_442"/>
          <p:cNvCxnSpPr>
            <a:stCxn id="452" idx="2"/>
            <a:endCxn id="443" idx="5"/>
          </p:cNvCxnSpPr>
          <p:nvPr/>
        </p:nvCxnSpPr>
        <p:spPr>
          <a:xfrm flipH="1">
            <a:off x="1865400" y="2557475"/>
            <a:ext cx="2308800" cy="214500"/>
          </a:xfrm>
          <a:prstGeom prst="curvedConnector4">
            <a:avLst>
              <a:gd fmla="val 47997" name="adj1"/>
              <a:gd fmla="val 249627" name="adj2"/>
            </a:avLst>
          </a:prstGeom>
          <a:noFill/>
          <a:ln cap="flat" cmpd="sng" w="9525">
            <a:solidFill>
              <a:schemeClr val="dk2"/>
            </a:solidFill>
            <a:prstDash val="solid"/>
            <a:round/>
            <a:headEnd len="med" w="med" type="none"/>
            <a:tailEnd len="med" w="med" type="none"/>
          </a:ln>
        </p:spPr>
      </p:cxnSp>
      <p:sp>
        <p:nvSpPr>
          <p:cNvPr id="456" name="Google Shape;456;g1f58dad81a1_0_442"/>
          <p:cNvSpPr txBox="1"/>
          <p:nvPr/>
        </p:nvSpPr>
        <p:spPr>
          <a:xfrm>
            <a:off x="3404125" y="2945625"/>
            <a:ext cx="994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1000">
                <a:solidFill>
                  <a:schemeClr val="dk1"/>
                </a:solidFill>
                <a:latin typeface="Golos Text"/>
                <a:ea typeface="Golos Text"/>
                <a:cs typeface="Golos Text"/>
                <a:sym typeface="Golos Text"/>
              </a:rPr>
              <a:t>dig -&gt; </a:t>
            </a:r>
            <a:r>
              <a:rPr lang="ru-RU" sz="1000">
                <a:solidFill>
                  <a:schemeClr val="accent1"/>
                </a:solidFill>
                <a:latin typeface="Golos Text"/>
                <a:ea typeface="Golos Text"/>
                <a:cs typeface="Golos Text"/>
                <a:sym typeface="Golos Text"/>
              </a:rPr>
              <a:t>L/</a:t>
            </a:r>
            <a:r>
              <a:rPr lang="ru-RU" sz="1000">
                <a:solidFill>
                  <a:srgbClr val="FF0000"/>
                </a:solidFill>
                <a:latin typeface="Golos Text"/>
                <a:ea typeface="Golos Text"/>
                <a:cs typeface="Golos Text"/>
                <a:sym typeface="Golos Text"/>
              </a:rPr>
              <a:t>dig</a:t>
            </a:r>
            <a:endParaRPr sz="1000">
              <a:solidFill>
                <a:srgbClr val="FF0000"/>
              </a:solidFill>
              <a:latin typeface="Golos Text"/>
              <a:ea typeface="Golos Text"/>
              <a:cs typeface="Golos Text"/>
              <a:sym typeface="Golos Tex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g1f58dad81a1_0_493"/>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3200"/>
              <a:buNone/>
            </a:pPr>
            <a:r>
              <a:rPr b="0" lang="ru-RU" sz="2200">
                <a:latin typeface="Golos Text"/>
                <a:ea typeface="Golos Text"/>
                <a:cs typeface="Golos Text"/>
                <a:sym typeface="Golos Text"/>
              </a:rPr>
              <a:t>Построение автомата </a:t>
            </a:r>
            <a:endParaRPr/>
          </a:p>
        </p:txBody>
      </p:sp>
      <p:sp>
        <p:nvSpPr>
          <p:cNvPr id="462" name="Google Shape;462;g1f58dad81a1_0_49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sp>
        <p:nvSpPr>
          <p:cNvPr id="463" name="Google Shape;463;g1f58dad81a1_0_493"/>
          <p:cNvSpPr txBox="1"/>
          <p:nvPr/>
        </p:nvSpPr>
        <p:spPr>
          <a:xfrm>
            <a:off x="219000" y="1023525"/>
            <a:ext cx="7513200" cy="393600"/>
          </a:xfrm>
          <a:prstGeom prst="rect">
            <a:avLst/>
          </a:prstGeom>
          <a:noFill/>
          <a:ln>
            <a:noFill/>
          </a:ln>
        </p:spPr>
        <p:txBody>
          <a:bodyPr anchorCtr="0" anchor="t" bIns="91425" lIns="91425" spcFirstLastPara="1" rIns="91425" wrap="square" tIns="91425">
            <a:noAutofit/>
          </a:bodyPr>
          <a:lstStyle/>
          <a:p>
            <a:pPr indent="457200" lvl="0" marL="0" rtl="0" algn="l">
              <a:lnSpc>
                <a:spcPct val="115000"/>
              </a:lnSpc>
              <a:spcBef>
                <a:spcPts val="1200"/>
              </a:spcBef>
              <a:spcAft>
                <a:spcPts val="0"/>
              </a:spcAft>
              <a:buNone/>
            </a:pPr>
            <a:r>
              <a:rPr lang="ru-RU" sz="1700">
                <a:solidFill>
                  <a:schemeClr val="dk1"/>
                </a:solidFill>
                <a:latin typeface="Lato"/>
                <a:ea typeface="Lato"/>
                <a:cs typeface="Lato"/>
                <a:sym typeface="Lato"/>
              </a:rPr>
              <a:t>[CEG]4|C/2C/2C/2C/2</a:t>
            </a:r>
            <a:r>
              <a:rPr lang="ru-RU" sz="1700">
                <a:solidFill>
                  <a:schemeClr val="accent1"/>
                </a:solidFill>
                <a:latin typeface="Lato"/>
                <a:ea typeface="Lato"/>
                <a:cs typeface="Lato"/>
                <a:sym typeface="Lato"/>
              </a:rPr>
              <a:t>AF|[Ee]2[Dd]2|</a:t>
            </a:r>
            <a:r>
              <a:rPr lang="ru-RU" sz="1700">
                <a:solidFill>
                  <a:schemeClr val="dk1"/>
                </a:solidFill>
                <a:latin typeface="Lato"/>
                <a:ea typeface="Lato"/>
                <a:cs typeface="Lato"/>
                <a:sym typeface="Lato"/>
              </a:rPr>
              <a:t>[CGc]2&gt;[CGc]2|(3CcC[Cceg]2|</a:t>
            </a:r>
            <a:endParaRPr sz="1700">
              <a:solidFill>
                <a:schemeClr val="dk1"/>
              </a:solidFill>
              <a:latin typeface="Lato"/>
              <a:ea typeface="Lato"/>
              <a:cs typeface="Lato"/>
              <a:sym typeface="Lato"/>
            </a:endParaRPr>
          </a:p>
        </p:txBody>
      </p:sp>
      <p:sp>
        <p:nvSpPr>
          <p:cNvPr id="464" name="Google Shape;464;g1f58dad81a1_0_493"/>
          <p:cNvSpPr/>
          <p:nvPr/>
        </p:nvSpPr>
        <p:spPr>
          <a:xfrm>
            <a:off x="1326975" y="2288700"/>
            <a:ext cx="630900" cy="566100"/>
          </a:xfrm>
          <a:prstGeom prst="ellipse">
            <a:avLst/>
          </a:prstGeom>
          <a:solidFill>
            <a:srgbClr val="D9EAD3"/>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RU">
                <a:latin typeface="Golos Text"/>
                <a:ea typeface="Golos Text"/>
                <a:cs typeface="Golos Text"/>
                <a:sym typeface="Golos Text"/>
              </a:rPr>
              <a:t>S1</a:t>
            </a:r>
            <a:endParaRPr>
              <a:latin typeface="Golos Text"/>
              <a:ea typeface="Golos Text"/>
              <a:cs typeface="Golos Text"/>
              <a:sym typeface="Golos Text"/>
            </a:endParaRPr>
          </a:p>
        </p:txBody>
      </p:sp>
      <p:sp>
        <p:nvSpPr>
          <p:cNvPr id="465" name="Google Shape;465;g1f58dad81a1_0_493"/>
          <p:cNvSpPr/>
          <p:nvPr/>
        </p:nvSpPr>
        <p:spPr>
          <a:xfrm>
            <a:off x="3040200" y="1802225"/>
            <a:ext cx="630900" cy="566100"/>
          </a:xfrm>
          <a:prstGeom prst="ellipse">
            <a:avLst/>
          </a:prstGeom>
          <a:solidFill>
            <a:srgbClr val="C9DAF8"/>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RU">
                <a:latin typeface="Golos Text"/>
                <a:ea typeface="Golos Text"/>
                <a:cs typeface="Golos Text"/>
                <a:sym typeface="Golos Text"/>
              </a:rPr>
              <a:t>S2</a:t>
            </a:r>
            <a:endParaRPr>
              <a:latin typeface="Golos Text"/>
              <a:ea typeface="Golos Text"/>
              <a:cs typeface="Golos Text"/>
              <a:sym typeface="Golos Text"/>
            </a:endParaRPr>
          </a:p>
        </p:txBody>
      </p:sp>
      <p:cxnSp>
        <p:nvCxnSpPr>
          <p:cNvPr id="466" name="Google Shape;466;g1f58dad81a1_0_493"/>
          <p:cNvCxnSpPr>
            <a:stCxn id="464" idx="0"/>
            <a:endCxn id="465" idx="1"/>
          </p:cNvCxnSpPr>
          <p:nvPr/>
        </p:nvCxnSpPr>
        <p:spPr>
          <a:xfrm rot="-5400000">
            <a:off x="2185725" y="1341900"/>
            <a:ext cx="403500" cy="1490100"/>
          </a:xfrm>
          <a:prstGeom prst="curvedConnector3">
            <a:avLst>
              <a:gd fmla="val 179579" name="adj1"/>
            </a:avLst>
          </a:prstGeom>
          <a:noFill/>
          <a:ln cap="flat" cmpd="sng" w="9525">
            <a:solidFill>
              <a:schemeClr val="dk2"/>
            </a:solidFill>
            <a:prstDash val="solid"/>
            <a:round/>
            <a:headEnd len="med" w="med" type="none"/>
            <a:tailEnd len="med" w="med" type="stealth"/>
          </a:ln>
        </p:spPr>
      </p:cxnSp>
      <p:sp>
        <p:nvSpPr>
          <p:cNvPr id="467" name="Google Shape;467;g1f58dad81a1_0_493"/>
          <p:cNvSpPr txBox="1"/>
          <p:nvPr/>
        </p:nvSpPr>
        <p:spPr>
          <a:xfrm>
            <a:off x="2038650" y="1676300"/>
            <a:ext cx="833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1000">
                <a:solidFill>
                  <a:schemeClr val="dk1"/>
                </a:solidFill>
                <a:latin typeface="Golos Text"/>
                <a:ea typeface="Golos Text"/>
                <a:cs typeface="Golos Text"/>
                <a:sym typeface="Golos Text"/>
              </a:rPr>
              <a:t>[, notes</a:t>
            </a:r>
            <a:endParaRPr sz="1000">
              <a:solidFill>
                <a:schemeClr val="dk1"/>
              </a:solidFill>
              <a:latin typeface="Golos Text"/>
              <a:ea typeface="Golos Text"/>
              <a:cs typeface="Golos Text"/>
              <a:sym typeface="Golos Text"/>
            </a:endParaRPr>
          </a:p>
        </p:txBody>
      </p:sp>
      <p:cxnSp>
        <p:nvCxnSpPr>
          <p:cNvPr id="468" name="Google Shape;468;g1f58dad81a1_0_493"/>
          <p:cNvCxnSpPr>
            <a:stCxn id="465" idx="0"/>
            <a:endCxn id="465" idx="7"/>
          </p:cNvCxnSpPr>
          <p:nvPr/>
        </p:nvCxnSpPr>
        <p:spPr>
          <a:xfrm flipH="1" rot="-5400000">
            <a:off x="3425850" y="1732025"/>
            <a:ext cx="82800" cy="223200"/>
          </a:xfrm>
          <a:prstGeom prst="curvedConnector3">
            <a:avLst>
              <a:gd fmla="val -287591" name="adj1"/>
            </a:avLst>
          </a:prstGeom>
          <a:noFill/>
          <a:ln cap="flat" cmpd="sng" w="9525">
            <a:solidFill>
              <a:schemeClr val="dk2"/>
            </a:solidFill>
            <a:prstDash val="solid"/>
            <a:round/>
            <a:headEnd len="med" w="med" type="none"/>
            <a:tailEnd len="med" w="med" type="stealth"/>
          </a:ln>
        </p:spPr>
      </p:cxnSp>
      <p:cxnSp>
        <p:nvCxnSpPr>
          <p:cNvPr id="469" name="Google Shape;469;g1f58dad81a1_0_493"/>
          <p:cNvCxnSpPr>
            <a:stCxn id="465" idx="4"/>
            <a:endCxn id="464" idx="5"/>
          </p:cNvCxnSpPr>
          <p:nvPr/>
        </p:nvCxnSpPr>
        <p:spPr>
          <a:xfrm rot="5400000">
            <a:off x="2408850" y="1825025"/>
            <a:ext cx="403500" cy="1490100"/>
          </a:xfrm>
          <a:prstGeom prst="curvedConnector3">
            <a:avLst>
              <a:gd fmla="val 179579" name="adj1"/>
            </a:avLst>
          </a:prstGeom>
          <a:noFill/>
          <a:ln cap="flat" cmpd="sng" w="9525">
            <a:solidFill>
              <a:schemeClr val="dk2"/>
            </a:solidFill>
            <a:prstDash val="solid"/>
            <a:round/>
            <a:headEnd len="med" w="med" type="none"/>
            <a:tailEnd len="med" w="med" type="stealth"/>
          </a:ln>
        </p:spPr>
      </p:cxnSp>
      <p:sp>
        <p:nvSpPr>
          <p:cNvPr id="470" name="Google Shape;470;g1f58dad81a1_0_493"/>
          <p:cNvSpPr txBox="1"/>
          <p:nvPr/>
        </p:nvSpPr>
        <p:spPr>
          <a:xfrm>
            <a:off x="2216550" y="3140975"/>
            <a:ext cx="994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1000">
                <a:solidFill>
                  <a:schemeClr val="dk1"/>
                </a:solidFill>
                <a:latin typeface="Golos Text"/>
                <a:ea typeface="Golos Text"/>
                <a:cs typeface="Golos Text"/>
                <a:sym typeface="Golos Text"/>
              </a:rPr>
              <a:t>dig -&gt; </a:t>
            </a:r>
            <a:r>
              <a:rPr lang="ru-RU" sz="1000">
                <a:solidFill>
                  <a:schemeClr val="accent1"/>
                </a:solidFill>
                <a:latin typeface="Golos Text"/>
                <a:ea typeface="Golos Text"/>
                <a:cs typeface="Golos Text"/>
                <a:sym typeface="Golos Text"/>
              </a:rPr>
              <a:t>L*</a:t>
            </a:r>
            <a:r>
              <a:rPr lang="ru-RU" sz="1000">
                <a:solidFill>
                  <a:srgbClr val="FF0000"/>
                </a:solidFill>
                <a:latin typeface="Golos Text"/>
                <a:ea typeface="Golos Text"/>
                <a:cs typeface="Golos Text"/>
                <a:sym typeface="Golos Text"/>
              </a:rPr>
              <a:t>dig</a:t>
            </a:r>
            <a:endParaRPr sz="1000">
              <a:solidFill>
                <a:srgbClr val="FF0000"/>
              </a:solidFill>
              <a:latin typeface="Golos Text"/>
              <a:ea typeface="Golos Text"/>
              <a:cs typeface="Golos Text"/>
              <a:sym typeface="Golos Text"/>
            </a:endParaRPr>
          </a:p>
        </p:txBody>
      </p:sp>
      <p:sp>
        <p:nvSpPr>
          <p:cNvPr id="471" name="Google Shape;471;g1f58dad81a1_0_493"/>
          <p:cNvSpPr txBox="1"/>
          <p:nvPr/>
        </p:nvSpPr>
        <p:spPr>
          <a:xfrm>
            <a:off x="6519000" y="1780550"/>
            <a:ext cx="2426100" cy="287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ru-RU" sz="2000">
                <a:solidFill>
                  <a:schemeClr val="dk1"/>
                </a:solidFill>
                <a:latin typeface="Golos Text"/>
                <a:ea typeface="Golos Text"/>
                <a:cs typeface="Golos Text"/>
                <a:sym typeface="Golos Text"/>
              </a:rPr>
              <a:t>Выход</a:t>
            </a:r>
            <a:r>
              <a:rPr lang="ru-RU" sz="2000">
                <a:solidFill>
                  <a:schemeClr val="dk1"/>
                </a:solidFill>
                <a:latin typeface="Golos Text"/>
                <a:ea typeface="Golos Text"/>
                <a:cs typeface="Golos Text"/>
                <a:sym typeface="Golos Text"/>
              </a:rPr>
              <a:t>: </a:t>
            </a:r>
            <a:endParaRPr sz="2000">
              <a:solidFill>
                <a:schemeClr val="dk1"/>
              </a:solidFill>
              <a:latin typeface="Golos Text"/>
              <a:ea typeface="Golos Text"/>
              <a:cs typeface="Golos Text"/>
              <a:sym typeface="Golos Text"/>
            </a:endParaRPr>
          </a:p>
          <a:p>
            <a:pPr indent="-355600" lvl="0" marL="457200" rtl="0" algn="l">
              <a:spcBef>
                <a:spcPts val="0"/>
              </a:spcBef>
              <a:spcAft>
                <a:spcPts val="0"/>
              </a:spcAft>
              <a:buClr>
                <a:schemeClr val="dk1"/>
              </a:buClr>
              <a:buSzPts val="2000"/>
              <a:buFont typeface="Golos Text"/>
              <a:buChar char="-"/>
            </a:pPr>
            <a:r>
              <a:rPr lang="ru-RU" sz="2000">
                <a:solidFill>
                  <a:schemeClr val="dk1"/>
                </a:solidFill>
                <a:latin typeface="Golos Text"/>
                <a:ea typeface="Golos Text"/>
                <a:cs typeface="Golos Text"/>
                <a:sym typeface="Golos Text"/>
              </a:rPr>
              <a:t>L*4</a:t>
            </a:r>
            <a:endParaRPr sz="2000">
              <a:solidFill>
                <a:schemeClr val="dk1"/>
              </a:solidFill>
              <a:latin typeface="Golos Text"/>
              <a:ea typeface="Golos Text"/>
              <a:cs typeface="Golos Text"/>
              <a:sym typeface="Golos Text"/>
            </a:endParaRPr>
          </a:p>
          <a:p>
            <a:pPr indent="-355600" lvl="0" marL="457200" rtl="0" algn="l">
              <a:spcBef>
                <a:spcPts val="0"/>
              </a:spcBef>
              <a:spcAft>
                <a:spcPts val="0"/>
              </a:spcAft>
              <a:buClr>
                <a:schemeClr val="dk1"/>
              </a:buClr>
              <a:buSzPts val="2000"/>
              <a:buFont typeface="Golos Text"/>
              <a:buChar char="-"/>
            </a:pPr>
            <a:r>
              <a:rPr lang="ru-RU" sz="2000">
                <a:solidFill>
                  <a:schemeClr val="dk1"/>
                </a:solidFill>
                <a:latin typeface="Golos Text"/>
                <a:ea typeface="Golos Text"/>
                <a:cs typeface="Golos Text"/>
                <a:sym typeface="Golos Text"/>
              </a:rPr>
              <a:t>L/2 </a:t>
            </a:r>
            <a:endParaRPr sz="2000">
              <a:solidFill>
                <a:schemeClr val="dk1"/>
              </a:solidFill>
              <a:latin typeface="Golos Text"/>
              <a:ea typeface="Golos Text"/>
              <a:cs typeface="Golos Text"/>
              <a:sym typeface="Golos Text"/>
            </a:endParaRPr>
          </a:p>
          <a:p>
            <a:pPr indent="-355600" lvl="0" marL="457200" rtl="0" algn="l">
              <a:spcBef>
                <a:spcPts val="0"/>
              </a:spcBef>
              <a:spcAft>
                <a:spcPts val="0"/>
              </a:spcAft>
              <a:buClr>
                <a:schemeClr val="dk1"/>
              </a:buClr>
              <a:buSzPts val="2000"/>
              <a:buFont typeface="Golos Text"/>
              <a:buChar char="-"/>
            </a:pPr>
            <a:r>
              <a:rPr lang="ru-RU" sz="2000">
                <a:solidFill>
                  <a:schemeClr val="dk1"/>
                </a:solidFill>
                <a:latin typeface="Golos Text"/>
                <a:ea typeface="Golos Text"/>
                <a:cs typeface="Golos Text"/>
                <a:sym typeface="Golos Text"/>
              </a:rPr>
              <a:t>L/2</a:t>
            </a:r>
            <a:endParaRPr sz="2000">
              <a:solidFill>
                <a:schemeClr val="dk1"/>
              </a:solidFill>
              <a:latin typeface="Golos Text"/>
              <a:ea typeface="Golos Text"/>
              <a:cs typeface="Golos Text"/>
              <a:sym typeface="Golos Text"/>
            </a:endParaRPr>
          </a:p>
          <a:p>
            <a:pPr indent="-355600" lvl="0" marL="457200" rtl="0" algn="l">
              <a:spcBef>
                <a:spcPts val="0"/>
              </a:spcBef>
              <a:spcAft>
                <a:spcPts val="0"/>
              </a:spcAft>
              <a:buClr>
                <a:schemeClr val="dk1"/>
              </a:buClr>
              <a:buSzPts val="2000"/>
              <a:buFont typeface="Golos Text"/>
              <a:buChar char="-"/>
            </a:pPr>
            <a:r>
              <a:rPr lang="ru-RU" sz="2000">
                <a:solidFill>
                  <a:schemeClr val="dk1"/>
                </a:solidFill>
                <a:latin typeface="Golos Text"/>
                <a:ea typeface="Golos Text"/>
                <a:cs typeface="Golos Text"/>
                <a:sym typeface="Golos Text"/>
              </a:rPr>
              <a:t>L/2</a:t>
            </a:r>
            <a:endParaRPr sz="2000">
              <a:solidFill>
                <a:schemeClr val="dk1"/>
              </a:solidFill>
              <a:latin typeface="Golos Text"/>
              <a:ea typeface="Golos Text"/>
              <a:cs typeface="Golos Text"/>
              <a:sym typeface="Golos Text"/>
            </a:endParaRPr>
          </a:p>
          <a:p>
            <a:pPr indent="-355600" lvl="0" marL="457200" rtl="0" algn="l">
              <a:spcBef>
                <a:spcPts val="0"/>
              </a:spcBef>
              <a:spcAft>
                <a:spcPts val="0"/>
              </a:spcAft>
              <a:buClr>
                <a:schemeClr val="dk1"/>
              </a:buClr>
              <a:buSzPts val="2000"/>
              <a:buFont typeface="Golos Text"/>
              <a:buChar char="-"/>
            </a:pPr>
            <a:r>
              <a:rPr lang="ru-RU" sz="2000">
                <a:solidFill>
                  <a:schemeClr val="dk1"/>
                </a:solidFill>
                <a:latin typeface="Golos Text"/>
                <a:ea typeface="Golos Text"/>
                <a:cs typeface="Golos Text"/>
                <a:sym typeface="Golos Text"/>
              </a:rPr>
              <a:t>L/2</a:t>
            </a:r>
            <a:endParaRPr sz="2000">
              <a:solidFill>
                <a:schemeClr val="dk1"/>
              </a:solidFill>
              <a:latin typeface="Golos Text"/>
              <a:ea typeface="Golos Text"/>
              <a:cs typeface="Golos Text"/>
              <a:sym typeface="Golos Text"/>
            </a:endParaRPr>
          </a:p>
          <a:p>
            <a:pPr indent="-355600" lvl="0" marL="457200" rtl="0" algn="l">
              <a:spcBef>
                <a:spcPts val="0"/>
              </a:spcBef>
              <a:spcAft>
                <a:spcPts val="0"/>
              </a:spcAft>
              <a:buClr>
                <a:schemeClr val="dk1"/>
              </a:buClr>
              <a:buSzPts val="2000"/>
              <a:buFont typeface="Golos Text"/>
              <a:buChar char="-"/>
            </a:pPr>
            <a:r>
              <a:rPr lang="ru-RU" sz="2000">
                <a:solidFill>
                  <a:schemeClr val="dk1"/>
                </a:solidFill>
                <a:latin typeface="Golos Text"/>
                <a:ea typeface="Golos Text"/>
                <a:cs typeface="Golos Text"/>
                <a:sym typeface="Golos Text"/>
              </a:rPr>
              <a:t>L</a:t>
            </a:r>
            <a:endParaRPr sz="2000">
              <a:solidFill>
                <a:schemeClr val="dk1"/>
              </a:solidFill>
              <a:latin typeface="Golos Text"/>
              <a:ea typeface="Golos Text"/>
              <a:cs typeface="Golos Text"/>
              <a:sym typeface="Golos Text"/>
            </a:endParaRPr>
          </a:p>
          <a:p>
            <a:pPr indent="-355600" lvl="0" marL="457200" rtl="0" algn="l">
              <a:spcBef>
                <a:spcPts val="0"/>
              </a:spcBef>
              <a:spcAft>
                <a:spcPts val="0"/>
              </a:spcAft>
              <a:buClr>
                <a:schemeClr val="dk1"/>
              </a:buClr>
              <a:buSzPts val="2000"/>
              <a:buFont typeface="Golos Text"/>
              <a:buChar char="-"/>
            </a:pPr>
            <a:r>
              <a:rPr lang="ru-RU" sz="2000">
                <a:solidFill>
                  <a:schemeClr val="dk1"/>
                </a:solidFill>
                <a:latin typeface="Golos Text"/>
                <a:ea typeface="Golos Text"/>
                <a:cs typeface="Golos Text"/>
                <a:sym typeface="Golos Text"/>
              </a:rPr>
              <a:t>L</a:t>
            </a:r>
            <a:endParaRPr sz="2000">
              <a:solidFill>
                <a:schemeClr val="dk1"/>
              </a:solidFill>
              <a:latin typeface="Golos Text"/>
              <a:ea typeface="Golos Text"/>
              <a:cs typeface="Golos Text"/>
              <a:sym typeface="Golos Text"/>
            </a:endParaRPr>
          </a:p>
          <a:p>
            <a:pPr indent="-355600" lvl="0" marL="457200" rtl="0" algn="l">
              <a:spcBef>
                <a:spcPts val="0"/>
              </a:spcBef>
              <a:spcAft>
                <a:spcPts val="0"/>
              </a:spcAft>
              <a:buClr>
                <a:schemeClr val="dk1"/>
              </a:buClr>
              <a:buSzPts val="2000"/>
              <a:buFont typeface="Golos Text"/>
              <a:buChar char="-"/>
            </a:pPr>
            <a:r>
              <a:rPr lang="ru-RU" sz="2000">
                <a:solidFill>
                  <a:schemeClr val="dk1"/>
                </a:solidFill>
                <a:latin typeface="Golos Text"/>
                <a:ea typeface="Golos Text"/>
                <a:cs typeface="Golos Text"/>
                <a:sym typeface="Golos Text"/>
              </a:rPr>
              <a:t>L*2</a:t>
            </a:r>
            <a:endParaRPr sz="2000">
              <a:solidFill>
                <a:schemeClr val="dk1"/>
              </a:solidFill>
              <a:latin typeface="Golos Text"/>
              <a:ea typeface="Golos Text"/>
              <a:cs typeface="Golos Text"/>
              <a:sym typeface="Golos Text"/>
            </a:endParaRPr>
          </a:p>
          <a:p>
            <a:pPr indent="-355600" lvl="0" marL="457200" rtl="0" algn="l">
              <a:spcBef>
                <a:spcPts val="0"/>
              </a:spcBef>
              <a:spcAft>
                <a:spcPts val="0"/>
              </a:spcAft>
              <a:buClr>
                <a:schemeClr val="dk1"/>
              </a:buClr>
              <a:buSzPts val="2000"/>
              <a:buFont typeface="Golos Text"/>
              <a:buChar char="-"/>
            </a:pPr>
            <a:r>
              <a:rPr lang="ru-RU" sz="2000">
                <a:solidFill>
                  <a:schemeClr val="dk1"/>
                </a:solidFill>
                <a:latin typeface="Golos Text"/>
                <a:ea typeface="Golos Text"/>
                <a:cs typeface="Golos Text"/>
                <a:sym typeface="Golos Text"/>
              </a:rPr>
              <a:t>L*2</a:t>
            </a:r>
            <a:endParaRPr sz="2000">
              <a:solidFill>
                <a:schemeClr val="dk1"/>
              </a:solidFill>
              <a:latin typeface="Golos Text"/>
              <a:ea typeface="Golos Text"/>
              <a:cs typeface="Golos Text"/>
              <a:sym typeface="Golos Text"/>
            </a:endParaRPr>
          </a:p>
        </p:txBody>
      </p:sp>
      <p:cxnSp>
        <p:nvCxnSpPr>
          <p:cNvPr id="472" name="Google Shape;472;g1f58dad81a1_0_493"/>
          <p:cNvCxnSpPr>
            <a:stCxn id="464" idx="3"/>
            <a:endCxn id="464" idx="2"/>
          </p:cNvCxnSpPr>
          <p:nvPr/>
        </p:nvCxnSpPr>
        <p:spPr>
          <a:xfrm flipH="1" rot="5400000">
            <a:off x="1273118" y="2625647"/>
            <a:ext cx="200100" cy="92400"/>
          </a:xfrm>
          <a:prstGeom prst="curvedConnector4">
            <a:avLst>
              <a:gd fmla="val -160434" name="adj1"/>
              <a:gd fmla="val 357704" name="adj2"/>
            </a:avLst>
          </a:prstGeom>
          <a:noFill/>
          <a:ln cap="flat" cmpd="sng" w="9525">
            <a:solidFill>
              <a:schemeClr val="dk2"/>
            </a:solidFill>
            <a:prstDash val="solid"/>
            <a:round/>
            <a:headEnd len="med" w="med" type="none"/>
            <a:tailEnd len="med" w="med" type="stealth"/>
          </a:ln>
        </p:spPr>
      </p:cxnSp>
      <p:sp>
        <p:nvSpPr>
          <p:cNvPr id="473" name="Google Shape;473;g1f58dad81a1_0_493"/>
          <p:cNvSpPr/>
          <p:nvPr/>
        </p:nvSpPr>
        <p:spPr>
          <a:xfrm>
            <a:off x="4174200" y="2274425"/>
            <a:ext cx="630900" cy="566100"/>
          </a:xfrm>
          <a:prstGeom prst="ellipse">
            <a:avLst/>
          </a:prstGeom>
          <a:solidFill>
            <a:srgbClr val="C9DAF8"/>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RU">
                <a:latin typeface="Golos Text"/>
                <a:ea typeface="Golos Text"/>
                <a:cs typeface="Golos Text"/>
                <a:sym typeface="Golos Text"/>
              </a:rPr>
              <a:t>S3</a:t>
            </a:r>
            <a:endParaRPr>
              <a:latin typeface="Golos Text"/>
              <a:ea typeface="Golos Text"/>
              <a:cs typeface="Golos Text"/>
              <a:sym typeface="Golos Text"/>
            </a:endParaRPr>
          </a:p>
        </p:txBody>
      </p:sp>
      <p:cxnSp>
        <p:nvCxnSpPr>
          <p:cNvPr id="474" name="Google Shape;474;g1f58dad81a1_0_493"/>
          <p:cNvCxnSpPr>
            <a:stCxn id="465" idx="5"/>
            <a:endCxn id="473" idx="2"/>
          </p:cNvCxnSpPr>
          <p:nvPr/>
        </p:nvCxnSpPr>
        <p:spPr>
          <a:xfrm flipH="1" rot="-5400000">
            <a:off x="3740407" y="2123722"/>
            <a:ext cx="272100" cy="595500"/>
          </a:xfrm>
          <a:prstGeom prst="curvedConnector2">
            <a:avLst/>
          </a:prstGeom>
          <a:noFill/>
          <a:ln cap="flat" cmpd="sng" w="9525">
            <a:solidFill>
              <a:schemeClr val="dk2"/>
            </a:solidFill>
            <a:prstDash val="solid"/>
            <a:round/>
            <a:headEnd len="med" w="med" type="none"/>
            <a:tailEnd len="med" w="med" type="stealth"/>
          </a:ln>
        </p:spPr>
      </p:cxnSp>
      <p:sp>
        <p:nvSpPr>
          <p:cNvPr id="475" name="Google Shape;475;g1f58dad81a1_0_493"/>
          <p:cNvSpPr txBox="1"/>
          <p:nvPr/>
        </p:nvSpPr>
        <p:spPr>
          <a:xfrm>
            <a:off x="3632625" y="2133350"/>
            <a:ext cx="264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1000">
                <a:solidFill>
                  <a:schemeClr val="dk1"/>
                </a:solidFill>
                <a:latin typeface="Golos Text"/>
                <a:ea typeface="Golos Text"/>
                <a:cs typeface="Golos Text"/>
                <a:sym typeface="Golos Text"/>
              </a:rPr>
              <a:t>/</a:t>
            </a:r>
            <a:endParaRPr sz="1000">
              <a:solidFill>
                <a:schemeClr val="dk1"/>
              </a:solidFill>
              <a:latin typeface="Golos Text"/>
              <a:ea typeface="Golos Text"/>
              <a:cs typeface="Golos Text"/>
              <a:sym typeface="Golos Text"/>
            </a:endParaRPr>
          </a:p>
        </p:txBody>
      </p:sp>
      <p:cxnSp>
        <p:nvCxnSpPr>
          <p:cNvPr id="476" name="Google Shape;476;g1f58dad81a1_0_493"/>
          <p:cNvCxnSpPr>
            <a:stCxn id="473" idx="2"/>
            <a:endCxn id="464" idx="5"/>
          </p:cNvCxnSpPr>
          <p:nvPr/>
        </p:nvCxnSpPr>
        <p:spPr>
          <a:xfrm flipH="1">
            <a:off x="1865400" y="2557475"/>
            <a:ext cx="2308800" cy="214500"/>
          </a:xfrm>
          <a:prstGeom prst="curvedConnector4">
            <a:avLst>
              <a:gd fmla="val 47997" name="adj1"/>
              <a:gd fmla="val 249627" name="adj2"/>
            </a:avLst>
          </a:prstGeom>
          <a:noFill/>
          <a:ln cap="flat" cmpd="sng" w="9525">
            <a:solidFill>
              <a:schemeClr val="dk2"/>
            </a:solidFill>
            <a:prstDash val="solid"/>
            <a:round/>
            <a:headEnd len="med" w="med" type="none"/>
            <a:tailEnd len="med" w="med" type="none"/>
          </a:ln>
        </p:spPr>
      </p:cxnSp>
      <p:sp>
        <p:nvSpPr>
          <p:cNvPr id="477" name="Google Shape;477;g1f58dad81a1_0_493"/>
          <p:cNvSpPr txBox="1"/>
          <p:nvPr/>
        </p:nvSpPr>
        <p:spPr>
          <a:xfrm>
            <a:off x="3404125" y="2945625"/>
            <a:ext cx="994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1000">
                <a:solidFill>
                  <a:schemeClr val="dk1"/>
                </a:solidFill>
                <a:latin typeface="Golos Text"/>
                <a:ea typeface="Golos Text"/>
                <a:cs typeface="Golos Text"/>
                <a:sym typeface="Golos Text"/>
              </a:rPr>
              <a:t>dig -&gt; </a:t>
            </a:r>
            <a:r>
              <a:rPr lang="ru-RU" sz="1000">
                <a:solidFill>
                  <a:schemeClr val="accent1"/>
                </a:solidFill>
                <a:latin typeface="Golos Text"/>
                <a:ea typeface="Golos Text"/>
                <a:cs typeface="Golos Text"/>
                <a:sym typeface="Golos Text"/>
              </a:rPr>
              <a:t>L/</a:t>
            </a:r>
            <a:r>
              <a:rPr lang="ru-RU" sz="1000">
                <a:solidFill>
                  <a:srgbClr val="FF0000"/>
                </a:solidFill>
                <a:latin typeface="Golos Text"/>
                <a:ea typeface="Golos Text"/>
                <a:cs typeface="Golos Text"/>
                <a:sym typeface="Golos Text"/>
              </a:rPr>
              <a:t>dig</a:t>
            </a:r>
            <a:endParaRPr sz="1000">
              <a:solidFill>
                <a:srgbClr val="FF0000"/>
              </a:solidFill>
              <a:latin typeface="Golos Text"/>
              <a:ea typeface="Golos Text"/>
              <a:cs typeface="Golos Text"/>
              <a:sym typeface="Golos Text"/>
            </a:endParaRPr>
          </a:p>
        </p:txBody>
      </p:sp>
      <p:cxnSp>
        <p:nvCxnSpPr>
          <p:cNvPr id="478" name="Google Shape;478;g1f58dad81a1_0_493"/>
          <p:cNvCxnSpPr>
            <a:stCxn id="465" idx="7"/>
            <a:endCxn id="465" idx="6"/>
          </p:cNvCxnSpPr>
          <p:nvPr/>
        </p:nvCxnSpPr>
        <p:spPr>
          <a:xfrm flipH="1" rot="-5400000">
            <a:off x="3524857" y="1938978"/>
            <a:ext cx="200100" cy="92400"/>
          </a:xfrm>
          <a:prstGeom prst="curvedConnector4">
            <a:avLst>
              <a:gd fmla="val -80561" name="adj1"/>
              <a:gd fmla="val 722693" name="adj2"/>
            </a:avLst>
          </a:prstGeom>
          <a:noFill/>
          <a:ln cap="flat" cmpd="sng" w="9525">
            <a:solidFill>
              <a:schemeClr val="dk2"/>
            </a:solidFill>
            <a:prstDash val="solid"/>
            <a:round/>
            <a:headEnd len="med" w="med" type="none"/>
            <a:tailEnd len="med" w="med" type="stealth"/>
          </a:ln>
        </p:spPr>
      </p:cxnSp>
      <p:sp>
        <p:nvSpPr>
          <p:cNvPr id="479" name="Google Shape;479;g1f58dad81a1_0_493"/>
          <p:cNvSpPr txBox="1"/>
          <p:nvPr/>
        </p:nvSpPr>
        <p:spPr>
          <a:xfrm>
            <a:off x="3557225" y="1720375"/>
            <a:ext cx="714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1000">
                <a:solidFill>
                  <a:schemeClr val="dk1"/>
                </a:solidFill>
                <a:latin typeface="Golos Text"/>
                <a:ea typeface="Golos Text"/>
                <a:cs typeface="Golos Text"/>
                <a:sym typeface="Golos Text"/>
              </a:rPr>
              <a:t>note</a:t>
            </a:r>
            <a:r>
              <a:rPr lang="ru-RU" sz="1000">
                <a:solidFill>
                  <a:schemeClr val="dk1"/>
                </a:solidFill>
                <a:latin typeface="Golos Text"/>
                <a:ea typeface="Golos Text"/>
                <a:cs typeface="Golos Text"/>
                <a:sym typeface="Golos Text"/>
              </a:rPr>
              <a:t> -&gt; </a:t>
            </a:r>
            <a:r>
              <a:rPr lang="ru-RU" sz="1000">
                <a:solidFill>
                  <a:schemeClr val="accent1"/>
                </a:solidFill>
                <a:latin typeface="Golos Text"/>
                <a:ea typeface="Golos Text"/>
                <a:cs typeface="Golos Text"/>
                <a:sym typeface="Golos Text"/>
              </a:rPr>
              <a:t>L</a:t>
            </a:r>
            <a:endParaRPr sz="1000">
              <a:solidFill>
                <a:srgbClr val="FF0000"/>
              </a:solidFill>
              <a:latin typeface="Golos Text"/>
              <a:ea typeface="Golos Text"/>
              <a:cs typeface="Golos Text"/>
              <a:sym typeface="Golos Text"/>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g1f58dad81a1_0_499"/>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3200"/>
              <a:buNone/>
            </a:pPr>
            <a:r>
              <a:rPr b="0" lang="ru-RU" sz="2200">
                <a:latin typeface="Golos Text"/>
                <a:ea typeface="Golos Text"/>
                <a:cs typeface="Golos Text"/>
                <a:sym typeface="Golos Text"/>
              </a:rPr>
              <a:t>Построение автомата </a:t>
            </a:r>
            <a:endParaRPr/>
          </a:p>
        </p:txBody>
      </p:sp>
      <p:sp>
        <p:nvSpPr>
          <p:cNvPr id="485" name="Google Shape;485;g1f58dad81a1_0_49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sp>
        <p:nvSpPr>
          <p:cNvPr id="486" name="Google Shape;486;g1f58dad81a1_0_499"/>
          <p:cNvSpPr txBox="1"/>
          <p:nvPr/>
        </p:nvSpPr>
        <p:spPr>
          <a:xfrm>
            <a:off x="219000" y="1023525"/>
            <a:ext cx="7513200" cy="393600"/>
          </a:xfrm>
          <a:prstGeom prst="rect">
            <a:avLst/>
          </a:prstGeom>
          <a:noFill/>
          <a:ln>
            <a:noFill/>
          </a:ln>
        </p:spPr>
        <p:txBody>
          <a:bodyPr anchorCtr="0" anchor="t" bIns="91425" lIns="91425" spcFirstLastPara="1" rIns="91425" wrap="square" tIns="91425">
            <a:noAutofit/>
          </a:bodyPr>
          <a:lstStyle/>
          <a:p>
            <a:pPr indent="457200" lvl="0" marL="0" rtl="0" algn="l">
              <a:lnSpc>
                <a:spcPct val="115000"/>
              </a:lnSpc>
              <a:spcBef>
                <a:spcPts val="1200"/>
              </a:spcBef>
              <a:spcAft>
                <a:spcPts val="0"/>
              </a:spcAft>
              <a:buNone/>
            </a:pPr>
            <a:r>
              <a:rPr lang="ru-RU" sz="1700">
                <a:solidFill>
                  <a:schemeClr val="dk1"/>
                </a:solidFill>
                <a:latin typeface="Lato"/>
                <a:ea typeface="Lato"/>
                <a:cs typeface="Lato"/>
                <a:sym typeface="Lato"/>
              </a:rPr>
              <a:t>[CEG]4|C/2C/2C/2C/2AF|[Ee]2[Dd]2|[CGc]</a:t>
            </a:r>
            <a:r>
              <a:rPr lang="ru-RU" sz="1700">
                <a:solidFill>
                  <a:srgbClr val="FF00FF"/>
                </a:solidFill>
                <a:latin typeface="Lato"/>
                <a:ea typeface="Lato"/>
                <a:cs typeface="Lato"/>
                <a:sym typeface="Lato"/>
              </a:rPr>
              <a:t>2&gt;[CGc]2</a:t>
            </a:r>
            <a:r>
              <a:rPr lang="ru-RU" sz="1700">
                <a:solidFill>
                  <a:schemeClr val="dk1"/>
                </a:solidFill>
                <a:latin typeface="Lato"/>
                <a:ea typeface="Lato"/>
                <a:cs typeface="Lato"/>
                <a:sym typeface="Lato"/>
              </a:rPr>
              <a:t>|(3CcC[Cceg]2|</a:t>
            </a:r>
            <a:endParaRPr sz="1700">
              <a:solidFill>
                <a:schemeClr val="dk1"/>
              </a:solidFill>
              <a:latin typeface="Lato"/>
              <a:ea typeface="Lato"/>
              <a:cs typeface="Lato"/>
              <a:sym typeface="Lato"/>
            </a:endParaRPr>
          </a:p>
        </p:txBody>
      </p:sp>
      <p:sp>
        <p:nvSpPr>
          <p:cNvPr id="487" name="Google Shape;487;g1f58dad81a1_0_499"/>
          <p:cNvSpPr/>
          <p:nvPr/>
        </p:nvSpPr>
        <p:spPr>
          <a:xfrm>
            <a:off x="1326975" y="2288700"/>
            <a:ext cx="630900" cy="566100"/>
          </a:xfrm>
          <a:prstGeom prst="ellipse">
            <a:avLst/>
          </a:prstGeom>
          <a:solidFill>
            <a:srgbClr val="D9EAD3"/>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RU">
                <a:latin typeface="Golos Text"/>
                <a:ea typeface="Golos Text"/>
                <a:cs typeface="Golos Text"/>
                <a:sym typeface="Golos Text"/>
              </a:rPr>
              <a:t>S1</a:t>
            </a:r>
            <a:endParaRPr>
              <a:latin typeface="Golos Text"/>
              <a:ea typeface="Golos Text"/>
              <a:cs typeface="Golos Text"/>
              <a:sym typeface="Golos Text"/>
            </a:endParaRPr>
          </a:p>
        </p:txBody>
      </p:sp>
      <p:sp>
        <p:nvSpPr>
          <p:cNvPr id="488" name="Google Shape;488;g1f58dad81a1_0_499"/>
          <p:cNvSpPr/>
          <p:nvPr/>
        </p:nvSpPr>
        <p:spPr>
          <a:xfrm>
            <a:off x="3040200" y="1802225"/>
            <a:ext cx="630900" cy="566100"/>
          </a:xfrm>
          <a:prstGeom prst="ellipse">
            <a:avLst/>
          </a:prstGeom>
          <a:solidFill>
            <a:srgbClr val="C9DAF8"/>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RU">
                <a:latin typeface="Golos Text"/>
                <a:ea typeface="Golos Text"/>
                <a:cs typeface="Golos Text"/>
                <a:sym typeface="Golos Text"/>
              </a:rPr>
              <a:t>S2</a:t>
            </a:r>
            <a:endParaRPr>
              <a:latin typeface="Golos Text"/>
              <a:ea typeface="Golos Text"/>
              <a:cs typeface="Golos Text"/>
              <a:sym typeface="Golos Text"/>
            </a:endParaRPr>
          </a:p>
        </p:txBody>
      </p:sp>
      <p:cxnSp>
        <p:nvCxnSpPr>
          <p:cNvPr id="489" name="Google Shape;489;g1f58dad81a1_0_499"/>
          <p:cNvCxnSpPr>
            <a:stCxn id="487" idx="0"/>
            <a:endCxn id="488" idx="1"/>
          </p:cNvCxnSpPr>
          <p:nvPr/>
        </p:nvCxnSpPr>
        <p:spPr>
          <a:xfrm rot="-5400000">
            <a:off x="2185725" y="1341900"/>
            <a:ext cx="403500" cy="1490100"/>
          </a:xfrm>
          <a:prstGeom prst="curvedConnector3">
            <a:avLst>
              <a:gd fmla="val 179579" name="adj1"/>
            </a:avLst>
          </a:prstGeom>
          <a:noFill/>
          <a:ln cap="flat" cmpd="sng" w="9525">
            <a:solidFill>
              <a:schemeClr val="dk2"/>
            </a:solidFill>
            <a:prstDash val="solid"/>
            <a:round/>
            <a:headEnd len="med" w="med" type="none"/>
            <a:tailEnd len="med" w="med" type="stealth"/>
          </a:ln>
        </p:spPr>
      </p:cxnSp>
      <p:sp>
        <p:nvSpPr>
          <p:cNvPr id="490" name="Google Shape;490;g1f58dad81a1_0_499"/>
          <p:cNvSpPr txBox="1"/>
          <p:nvPr/>
        </p:nvSpPr>
        <p:spPr>
          <a:xfrm>
            <a:off x="2038650" y="1676300"/>
            <a:ext cx="833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1000">
                <a:solidFill>
                  <a:schemeClr val="dk1"/>
                </a:solidFill>
                <a:latin typeface="Golos Text"/>
                <a:ea typeface="Golos Text"/>
                <a:cs typeface="Golos Text"/>
                <a:sym typeface="Golos Text"/>
              </a:rPr>
              <a:t>[, notes</a:t>
            </a:r>
            <a:endParaRPr sz="1000">
              <a:solidFill>
                <a:schemeClr val="dk1"/>
              </a:solidFill>
              <a:latin typeface="Golos Text"/>
              <a:ea typeface="Golos Text"/>
              <a:cs typeface="Golos Text"/>
              <a:sym typeface="Golos Text"/>
            </a:endParaRPr>
          </a:p>
        </p:txBody>
      </p:sp>
      <p:cxnSp>
        <p:nvCxnSpPr>
          <p:cNvPr id="491" name="Google Shape;491;g1f58dad81a1_0_499"/>
          <p:cNvCxnSpPr>
            <a:stCxn id="488" idx="0"/>
            <a:endCxn id="488" idx="7"/>
          </p:cNvCxnSpPr>
          <p:nvPr/>
        </p:nvCxnSpPr>
        <p:spPr>
          <a:xfrm flipH="1" rot="-5400000">
            <a:off x="3425850" y="1732025"/>
            <a:ext cx="82800" cy="223200"/>
          </a:xfrm>
          <a:prstGeom prst="curvedConnector3">
            <a:avLst>
              <a:gd fmla="val -287591" name="adj1"/>
            </a:avLst>
          </a:prstGeom>
          <a:noFill/>
          <a:ln cap="flat" cmpd="sng" w="9525">
            <a:solidFill>
              <a:schemeClr val="dk2"/>
            </a:solidFill>
            <a:prstDash val="solid"/>
            <a:round/>
            <a:headEnd len="med" w="med" type="none"/>
            <a:tailEnd len="med" w="med" type="stealth"/>
          </a:ln>
        </p:spPr>
      </p:cxnSp>
      <p:cxnSp>
        <p:nvCxnSpPr>
          <p:cNvPr id="492" name="Google Shape;492;g1f58dad81a1_0_499"/>
          <p:cNvCxnSpPr>
            <a:stCxn id="488" idx="4"/>
            <a:endCxn id="487" idx="5"/>
          </p:cNvCxnSpPr>
          <p:nvPr/>
        </p:nvCxnSpPr>
        <p:spPr>
          <a:xfrm rot="5400000">
            <a:off x="2408850" y="1825025"/>
            <a:ext cx="403500" cy="1490100"/>
          </a:xfrm>
          <a:prstGeom prst="curvedConnector3">
            <a:avLst>
              <a:gd fmla="val 179579" name="adj1"/>
            </a:avLst>
          </a:prstGeom>
          <a:noFill/>
          <a:ln cap="flat" cmpd="sng" w="9525">
            <a:solidFill>
              <a:schemeClr val="dk2"/>
            </a:solidFill>
            <a:prstDash val="solid"/>
            <a:round/>
            <a:headEnd len="med" w="med" type="none"/>
            <a:tailEnd len="med" w="med" type="stealth"/>
          </a:ln>
        </p:spPr>
      </p:cxnSp>
      <p:sp>
        <p:nvSpPr>
          <p:cNvPr id="493" name="Google Shape;493;g1f58dad81a1_0_499"/>
          <p:cNvSpPr txBox="1"/>
          <p:nvPr/>
        </p:nvSpPr>
        <p:spPr>
          <a:xfrm>
            <a:off x="2216550" y="3140975"/>
            <a:ext cx="994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1000">
                <a:solidFill>
                  <a:schemeClr val="dk1"/>
                </a:solidFill>
                <a:latin typeface="Golos Text"/>
                <a:ea typeface="Golos Text"/>
                <a:cs typeface="Golos Text"/>
                <a:sym typeface="Golos Text"/>
              </a:rPr>
              <a:t>dig -&gt; </a:t>
            </a:r>
            <a:r>
              <a:rPr lang="ru-RU" sz="1000">
                <a:solidFill>
                  <a:schemeClr val="accent1"/>
                </a:solidFill>
                <a:latin typeface="Golos Text"/>
                <a:ea typeface="Golos Text"/>
                <a:cs typeface="Golos Text"/>
                <a:sym typeface="Golos Text"/>
              </a:rPr>
              <a:t>L*</a:t>
            </a:r>
            <a:r>
              <a:rPr lang="ru-RU" sz="1000">
                <a:solidFill>
                  <a:srgbClr val="FF0000"/>
                </a:solidFill>
                <a:latin typeface="Golos Text"/>
                <a:ea typeface="Golos Text"/>
                <a:cs typeface="Golos Text"/>
                <a:sym typeface="Golos Text"/>
              </a:rPr>
              <a:t>dig</a:t>
            </a:r>
            <a:endParaRPr sz="1000">
              <a:solidFill>
                <a:srgbClr val="FF0000"/>
              </a:solidFill>
              <a:latin typeface="Golos Text"/>
              <a:ea typeface="Golos Text"/>
              <a:cs typeface="Golos Text"/>
              <a:sym typeface="Golos Text"/>
            </a:endParaRPr>
          </a:p>
        </p:txBody>
      </p:sp>
      <p:cxnSp>
        <p:nvCxnSpPr>
          <p:cNvPr id="494" name="Google Shape;494;g1f58dad81a1_0_499"/>
          <p:cNvCxnSpPr>
            <a:stCxn id="487" idx="3"/>
            <a:endCxn id="487" idx="2"/>
          </p:cNvCxnSpPr>
          <p:nvPr/>
        </p:nvCxnSpPr>
        <p:spPr>
          <a:xfrm flipH="1" rot="5400000">
            <a:off x="1273118" y="2625647"/>
            <a:ext cx="200100" cy="92400"/>
          </a:xfrm>
          <a:prstGeom prst="curvedConnector4">
            <a:avLst>
              <a:gd fmla="val -160434" name="adj1"/>
              <a:gd fmla="val 357704" name="adj2"/>
            </a:avLst>
          </a:prstGeom>
          <a:noFill/>
          <a:ln cap="flat" cmpd="sng" w="9525">
            <a:solidFill>
              <a:schemeClr val="dk2"/>
            </a:solidFill>
            <a:prstDash val="solid"/>
            <a:round/>
            <a:headEnd len="med" w="med" type="none"/>
            <a:tailEnd len="med" w="med" type="stealth"/>
          </a:ln>
        </p:spPr>
      </p:cxnSp>
      <p:sp>
        <p:nvSpPr>
          <p:cNvPr id="495" name="Google Shape;495;g1f58dad81a1_0_499"/>
          <p:cNvSpPr/>
          <p:nvPr/>
        </p:nvSpPr>
        <p:spPr>
          <a:xfrm>
            <a:off x="4174200" y="2274425"/>
            <a:ext cx="630900" cy="566100"/>
          </a:xfrm>
          <a:prstGeom prst="ellipse">
            <a:avLst/>
          </a:prstGeom>
          <a:solidFill>
            <a:srgbClr val="C9DAF8"/>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RU">
                <a:latin typeface="Golos Text"/>
                <a:ea typeface="Golos Text"/>
                <a:cs typeface="Golos Text"/>
                <a:sym typeface="Golos Text"/>
              </a:rPr>
              <a:t>S3</a:t>
            </a:r>
            <a:endParaRPr>
              <a:latin typeface="Golos Text"/>
              <a:ea typeface="Golos Text"/>
              <a:cs typeface="Golos Text"/>
              <a:sym typeface="Golos Text"/>
            </a:endParaRPr>
          </a:p>
        </p:txBody>
      </p:sp>
      <p:cxnSp>
        <p:nvCxnSpPr>
          <p:cNvPr id="496" name="Google Shape;496;g1f58dad81a1_0_499"/>
          <p:cNvCxnSpPr>
            <a:stCxn id="488" idx="5"/>
            <a:endCxn id="495" idx="2"/>
          </p:cNvCxnSpPr>
          <p:nvPr/>
        </p:nvCxnSpPr>
        <p:spPr>
          <a:xfrm flipH="1" rot="-5400000">
            <a:off x="3740407" y="2123722"/>
            <a:ext cx="272100" cy="595500"/>
          </a:xfrm>
          <a:prstGeom prst="curvedConnector2">
            <a:avLst/>
          </a:prstGeom>
          <a:noFill/>
          <a:ln cap="flat" cmpd="sng" w="9525">
            <a:solidFill>
              <a:schemeClr val="dk2"/>
            </a:solidFill>
            <a:prstDash val="solid"/>
            <a:round/>
            <a:headEnd len="med" w="med" type="none"/>
            <a:tailEnd len="med" w="med" type="stealth"/>
          </a:ln>
        </p:spPr>
      </p:cxnSp>
      <p:sp>
        <p:nvSpPr>
          <p:cNvPr id="497" name="Google Shape;497;g1f58dad81a1_0_499"/>
          <p:cNvSpPr txBox="1"/>
          <p:nvPr/>
        </p:nvSpPr>
        <p:spPr>
          <a:xfrm>
            <a:off x="3632625" y="2133350"/>
            <a:ext cx="264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1000">
                <a:solidFill>
                  <a:schemeClr val="dk1"/>
                </a:solidFill>
                <a:latin typeface="Golos Text"/>
                <a:ea typeface="Golos Text"/>
                <a:cs typeface="Golos Text"/>
                <a:sym typeface="Golos Text"/>
              </a:rPr>
              <a:t>/</a:t>
            </a:r>
            <a:endParaRPr sz="1000">
              <a:solidFill>
                <a:schemeClr val="dk1"/>
              </a:solidFill>
              <a:latin typeface="Golos Text"/>
              <a:ea typeface="Golos Text"/>
              <a:cs typeface="Golos Text"/>
              <a:sym typeface="Golos Text"/>
            </a:endParaRPr>
          </a:p>
        </p:txBody>
      </p:sp>
      <p:cxnSp>
        <p:nvCxnSpPr>
          <p:cNvPr id="498" name="Google Shape;498;g1f58dad81a1_0_499"/>
          <p:cNvCxnSpPr>
            <a:stCxn id="495" idx="2"/>
            <a:endCxn id="487" idx="5"/>
          </p:cNvCxnSpPr>
          <p:nvPr/>
        </p:nvCxnSpPr>
        <p:spPr>
          <a:xfrm flipH="1">
            <a:off x="1865400" y="2557475"/>
            <a:ext cx="2308800" cy="214500"/>
          </a:xfrm>
          <a:prstGeom prst="curvedConnector4">
            <a:avLst>
              <a:gd fmla="val 47997" name="adj1"/>
              <a:gd fmla="val 249627" name="adj2"/>
            </a:avLst>
          </a:prstGeom>
          <a:noFill/>
          <a:ln cap="flat" cmpd="sng" w="9525">
            <a:solidFill>
              <a:schemeClr val="dk2"/>
            </a:solidFill>
            <a:prstDash val="solid"/>
            <a:round/>
            <a:headEnd len="med" w="med" type="none"/>
            <a:tailEnd len="med" w="med" type="none"/>
          </a:ln>
        </p:spPr>
      </p:cxnSp>
      <p:sp>
        <p:nvSpPr>
          <p:cNvPr id="499" name="Google Shape;499;g1f58dad81a1_0_499"/>
          <p:cNvSpPr txBox="1"/>
          <p:nvPr/>
        </p:nvSpPr>
        <p:spPr>
          <a:xfrm>
            <a:off x="3404125" y="2945625"/>
            <a:ext cx="994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1000">
                <a:solidFill>
                  <a:schemeClr val="dk1"/>
                </a:solidFill>
                <a:latin typeface="Golos Text"/>
                <a:ea typeface="Golos Text"/>
                <a:cs typeface="Golos Text"/>
                <a:sym typeface="Golos Text"/>
              </a:rPr>
              <a:t>dig -&gt; </a:t>
            </a:r>
            <a:r>
              <a:rPr lang="ru-RU" sz="1000">
                <a:solidFill>
                  <a:schemeClr val="accent1"/>
                </a:solidFill>
                <a:latin typeface="Golos Text"/>
                <a:ea typeface="Golos Text"/>
                <a:cs typeface="Golos Text"/>
                <a:sym typeface="Golos Text"/>
              </a:rPr>
              <a:t>L/</a:t>
            </a:r>
            <a:r>
              <a:rPr lang="ru-RU" sz="1000">
                <a:solidFill>
                  <a:srgbClr val="FF0000"/>
                </a:solidFill>
                <a:latin typeface="Golos Text"/>
                <a:ea typeface="Golos Text"/>
                <a:cs typeface="Golos Text"/>
                <a:sym typeface="Golos Text"/>
              </a:rPr>
              <a:t>dig</a:t>
            </a:r>
            <a:endParaRPr sz="1000">
              <a:solidFill>
                <a:srgbClr val="FF0000"/>
              </a:solidFill>
              <a:latin typeface="Golos Text"/>
              <a:ea typeface="Golos Text"/>
              <a:cs typeface="Golos Text"/>
              <a:sym typeface="Golos Text"/>
            </a:endParaRPr>
          </a:p>
        </p:txBody>
      </p:sp>
      <p:cxnSp>
        <p:nvCxnSpPr>
          <p:cNvPr id="500" name="Google Shape;500;g1f58dad81a1_0_499"/>
          <p:cNvCxnSpPr>
            <a:stCxn id="488" idx="7"/>
            <a:endCxn id="488" idx="6"/>
          </p:cNvCxnSpPr>
          <p:nvPr/>
        </p:nvCxnSpPr>
        <p:spPr>
          <a:xfrm flipH="1" rot="-5400000">
            <a:off x="3524857" y="1938978"/>
            <a:ext cx="200100" cy="92400"/>
          </a:xfrm>
          <a:prstGeom prst="curvedConnector4">
            <a:avLst>
              <a:gd fmla="val -84597" name="adj1"/>
              <a:gd fmla="val 783975" name="adj2"/>
            </a:avLst>
          </a:prstGeom>
          <a:noFill/>
          <a:ln cap="flat" cmpd="sng" w="9525">
            <a:solidFill>
              <a:schemeClr val="dk2"/>
            </a:solidFill>
            <a:prstDash val="solid"/>
            <a:round/>
            <a:headEnd len="med" w="med" type="none"/>
            <a:tailEnd len="med" w="med" type="stealth"/>
          </a:ln>
        </p:spPr>
      </p:cxnSp>
      <p:sp>
        <p:nvSpPr>
          <p:cNvPr id="501" name="Google Shape;501;g1f58dad81a1_0_499"/>
          <p:cNvSpPr txBox="1"/>
          <p:nvPr/>
        </p:nvSpPr>
        <p:spPr>
          <a:xfrm>
            <a:off x="3618450" y="1720363"/>
            <a:ext cx="714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1000">
                <a:solidFill>
                  <a:schemeClr val="dk1"/>
                </a:solidFill>
                <a:latin typeface="Golos Text"/>
                <a:ea typeface="Golos Text"/>
                <a:cs typeface="Golos Text"/>
                <a:sym typeface="Golos Text"/>
              </a:rPr>
              <a:t>note -&gt; </a:t>
            </a:r>
            <a:r>
              <a:rPr lang="ru-RU" sz="1000">
                <a:solidFill>
                  <a:schemeClr val="accent1"/>
                </a:solidFill>
                <a:latin typeface="Golos Text"/>
                <a:ea typeface="Golos Text"/>
                <a:cs typeface="Golos Text"/>
                <a:sym typeface="Golos Text"/>
              </a:rPr>
              <a:t>L</a:t>
            </a:r>
            <a:endParaRPr sz="1000">
              <a:solidFill>
                <a:srgbClr val="FF0000"/>
              </a:solidFill>
              <a:latin typeface="Golos Text"/>
              <a:ea typeface="Golos Text"/>
              <a:cs typeface="Golos Text"/>
              <a:sym typeface="Golos Text"/>
            </a:endParaRPr>
          </a:p>
        </p:txBody>
      </p:sp>
      <p:sp>
        <p:nvSpPr>
          <p:cNvPr id="502" name="Google Shape;502;g1f58dad81a1_0_499"/>
          <p:cNvSpPr txBox="1"/>
          <p:nvPr/>
        </p:nvSpPr>
        <p:spPr>
          <a:xfrm>
            <a:off x="6519000" y="1780550"/>
            <a:ext cx="2426100" cy="287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ru-RU">
                <a:solidFill>
                  <a:schemeClr val="dk1"/>
                </a:solidFill>
                <a:latin typeface="Golos Text"/>
                <a:ea typeface="Golos Text"/>
                <a:cs typeface="Golos Text"/>
                <a:sym typeface="Golos Text"/>
              </a:rPr>
              <a:t>Выход</a:t>
            </a:r>
            <a:r>
              <a:rPr lang="ru-RU">
                <a:solidFill>
                  <a:schemeClr val="dk1"/>
                </a:solidFill>
                <a:latin typeface="Golos Text"/>
                <a:ea typeface="Golos Text"/>
                <a:cs typeface="Golos Text"/>
                <a:sym typeface="Golos Text"/>
              </a:rPr>
              <a:t>: </a:t>
            </a:r>
            <a:endParaRPr>
              <a:solidFill>
                <a:schemeClr val="dk1"/>
              </a:solidFill>
              <a:latin typeface="Golos Text"/>
              <a:ea typeface="Golos Text"/>
              <a:cs typeface="Golos Text"/>
              <a:sym typeface="Golos Text"/>
            </a:endParaRPr>
          </a:p>
          <a:p>
            <a:pPr indent="-317500" lvl="0" marL="457200" rtl="0" algn="l">
              <a:spcBef>
                <a:spcPts val="0"/>
              </a:spcBef>
              <a:spcAft>
                <a:spcPts val="0"/>
              </a:spcAft>
              <a:buClr>
                <a:schemeClr val="dk1"/>
              </a:buClr>
              <a:buSzPts val="1400"/>
              <a:buFont typeface="Golos Text"/>
              <a:buChar char="-"/>
            </a:pPr>
            <a:r>
              <a:rPr lang="ru-RU">
                <a:solidFill>
                  <a:schemeClr val="dk1"/>
                </a:solidFill>
                <a:latin typeface="Golos Text"/>
                <a:ea typeface="Golos Text"/>
                <a:cs typeface="Golos Text"/>
                <a:sym typeface="Golos Text"/>
              </a:rPr>
              <a:t>L*4</a:t>
            </a:r>
            <a:endParaRPr>
              <a:solidFill>
                <a:schemeClr val="dk1"/>
              </a:solidFill>
              <a:latin typeface="Golos Text"/>
              <a:ea typeface="Golos Text"/>
              <a:cs typeface="Golos Text"/>
              <a:sym typeface="Golos Text"/>
            </a:endParaRPr>
          </a:p>
          <a:p>
            <a:pPr indent="-317500" lvl="0" marL="457200" rtl="0" algn="l">
              <a:spcBef>
                <a:spcPts val="0"/>
              </a:spcBef>
              <a:spcAft>
                <a:spcPts val="0"/>
              </a:spcAft>
              <a:buClr>
                <a:schemeClr val="dk1"/>
              </a:buClr>
              <a:buSzPts val="1400"/>
              <a:buFont typeface="Golos Text"/>
              <a:buChar char="-"/>
            </a:pPr>
            <a:r>
              <a:rPr lang="ru-RU">
                <a:solidFill>
                  <a:schemeClr val="dk1"/>
                </a:solidFill>
                <a:latin typeface="Golos Text"/>
                <a:ea typeface="Golos Text"/>
                <a:cs typeface="Golos Text"/>
                <a:sym typeface="Golos Text"/>
              </a:rPr>
              <a:t>L/2 </a:t>
            </a:r>
            <a:endParaRPr>
              <a:solidFill>
                <a:schemeClr val="dk1"/>
              </a:solidFill>
              <a:latin typeface="Golos Text"/>
              <a:ea typeface="Golos Text"/>
              <a:cs typeface="Golos Text"/>
              <a:sym typeface="Golos Text"/>
            </a:endParaRPr>
          </a:p>
          <a:p>
            <a:pPr indent="-317500" lvl="0" marL="457200" rtl="0" algn="l">
              <a:spcBef>
                <a:spcPts val="0"/>
              </a:spcBef>
              <a:spcAft>
                <a:spcPts val="0"/>
              </a:spcAft>
              <a:buClr>
                <a:schemeClr val="dk1"/>
              </a:buClr>
              <a:buSzPts val="1400"/>
              <a:buFont typeface="Golos Text"/>
              <a:buChar char="-"/>
            </a:pPr>
            <a:r>
              <a:rPr lang="ru-RU">
                <a:solidFill>
                  <a:schemeClr val="dk1"/>
                </a:solidFill>
                <a:latin typeface="Golos Text"/>
                <a:ea typeface="Golos Text"/>
                <a:cs typeface="Golos Text"/>
                <a:sym typeface="Golos Text"/>
              </a:rPr>
              <a:t>L/2</a:t>
            </a:r>
            <a:endParaRPr>
              <a:solidFill>
                <a:schemeClr val="dk1"/>
              </a:solidFill>
              <a:latin typeface="Golos Text"/>
              <a:ea typeface="Golos Text"/>
              <a:cs typeface="Golos Text"/>
              <a:sym typeface="Golos Text"/>
            </a:endParaRPr>
          </a:p>
          <a:p>
            <a:pPr indent="-317500" lvl="0" marL="457200" rtl="0" algn="l">
              <a:spcBef>
                <a:spcPts val="0"/>
              </a:spcBef>
              <a:spcAft>
                <a:spcPts val="0"/>
              </a:spcAft>
              <a:buClr>
                <a:schemeClr val="dk1"/>
              </a:buClr>
              <a:buSzPts val="1400"/>
              <a:buFont typeface="Golos Text"/>
              <a:buChar char="-"/>
            </a:pPr>
            <a:r>
              <a:rPr lang="ru-RU">
                <a:solidFill>
                  <a:schemeClr val="dk1"/>
                </a:solidFill>
                <a:latin typeface="Golos Text"/>
                <a:ea typeface="Golos Text"/>
                <a:cs typeface="Golos Text"/>
                <a:sym typeface="Golos Text"/>
              </a:rPr>
              <a:t>L/2</a:t>
            </a:r>
            <a:endParaRPr>
              <a:solidFill>
                <a:schemeClr val="dk1"/>
              </a:solidFill>
              <a:latin typeface="Golos Text"/>
              <a:ea typeface="Golos Text"/>
              <a:cs typeface="Golos Text"/>
              <a:sym typeface="Golos Text"/>
            </a:endParaRPr>
          </a:p>
          <a:p>
            <a:pPr indent="-317500" lvl="0" marL="457200" rtl="0" algn="l">
              <a:spcBef>
                <a:spcPts val="0"/>
              </a:spcBef>
              <a:spcAft>
                <a:spcPts val="0"/>
              </a:spcAft>
              <a:buClr>
                <a:schemeClr val="dk1"/>
              </a:buClr>
              <a:buSzPts val="1400"/>
              <a:buFont typeface="Golos Text"/>
              <a:buChar char="-"/>
            </a:pPr>
            <a:r>
              <a:rPr lang="ru-RU">
                <a:solidFill>
                  <a:schemeClr val="dk1"/>
                </a:solidFill>
                <a:latin typeface="Golos Text"/>
                <a:ea typeface="Golos Text"/>
                <a:cs typeface="Golos Text"/>
                <a:sym typeface="Golos Text"/>
              </a:rPr>
              <a:t>L/2</a:t>
            </a:r>
            <a:endParaRPr>
              <a:solidFill>
                <a:schemeClr val="dk1"/>
              </a:solidFill>
              <a:latin typeface="Golos Text"/>
              <a:ea typeface="Golos Text"/>
              <a:cs typeface="Golos Text"/>
              <a:sym typeface="Golos Text"/>
            </a:endParaRPr>
          </a:p>
          <a:p>
            <a:pPr indent="-317500" lvl="0" marL="457200" rtl="0" algn="l">
              <a:spcBef>
                <a:spcPts val="0"/>
              </a:spcBef>
              <a:spcAft>
                <a:spcPts val="0"/>
              </a:spcAft>
              <a:buClr>
                <a:schemeClr val="dk1"/>
              </a:buClr>
              <a:buSzPts val="1400"/>
              <a:buFont typeface="Golos Text"/>
              <a:buChar char="-"/>
            </a:pPr>
            <a:r>
              <a:rPr lang="ru-RU">
                <a:solidFill>
                  <a:schemeClr val="dk1"/>
                </a:solidFill>
                <a:latin typeface="Golos Text"/>
                <a:ea typeface="Golos Text"/>
                <a:cs typeface="Golos Text"/>
                <a:sym typeface="Golos Text"/>
              </a:rPr>
              <a:t>L</a:t>
            </a:r>
            <a:endParaRPr>
              <a:solidFill>
                <a:schemeClr val="dk1"/>
              </a:solidFill>
              <a:latin typeface="Golos Text"/>
              <a:ea typeface="Golos Text"/>
              <a:cs typeface="Golos Text"/>
              <a:sym typeface="Golos Text"/>
            </a:endParaRPr>
          </a:p>
          <a:p>
            <a:pPr indent="-317500" lvl="0" marL="457200" rtl="0" algn="l">
              <a:spcBef>
                <a:spcPts val="0"/>
              </a:spcBef>
              <a:spcAft>
                <a:spcPts val="0"/>
              </a:spcAft>
              <a:buClr>
                <a:schemeClr val="dk1"/>
              </a:buClr>
              <a:buSzPts val="1400"/>
              <a:buFont typeface="Golos Text"/>
              <a:buChar char="-"/>
            </a:pPr>
            <a:r>
              <a:rPr lang="ru-RU">
                <a:solidFill>
                  <a:schemeClr val="dk1"/>
                </a:solidFill>
                <a:latin typeface="Golos Text"/>
                <a:ea typeface="Golos Text"/>
                <a:cs typeface="Golos Text"/>
                <a:sym typeface="Golos Text"/>
              </a:rPr>
              <a:t>L</a:t>
            </a:r>
            <a:endParaRPr>
              <a:solidFill>
                <a:schemeClr val="dk1"/>
              </a:solidFill>
              <a:latin typeface="Golos Text"/>
              <a:ea typeface="Golos Text"/>
              <a:cs typeface="Golos Text"/>
              <a:sym typeface="Golos Text"/>
            </a:endParaRPr>
          </a:p>
          <a:p>
            <a:pPr indent="-317500" lvl="0" marL="457200" rtl="0" algn="l">
              <a:spcBef>
                <a:spcPts val="0"/>
              </a:spcBef>
              <a:spcAft>
                <a:spcPts val="0"/>
              </a:spcAft>
              <a:buClr>
                <a:schemeClr val="dk1"/>
              </a:buClr>
              <a:buSzPts val="1400"/>
              <a:buFont typeface="Golos Text"/>
              <a:buChar char="-"/>
            </a:pPr>
            <a:r>
              <a:rPr lang="ru-RU">
                <a:solidFill>
                  <a:schemeClr val="dk1"/>
                </a:solidFill>
                <a:latin typeface="Golos Text"/>
                <a:ea typeface="Golos Text"/>
                <a:cs typeface="Golos Text"/>
                <a:sym typeface="Golos Text"/>
              </a:rPr>
              <a:t>L*2</a:t>
            </a:r>
            <a:endParaRPr>
              <a:solidFill>
                <a:schemeClr val="dk1"/>
              </a:solidFill>
              <a:latin typeface="Golos Text"/>
              <a:ea typeface="Golos Text"/>
              <a:cs typeface="Golos Text"/>
              <a:sym typeface="Golos Text"/>
            </a:endParaRPr>
          </a:p>
          <a:p>
            <a:pPr indent="-317500" lvl="0" marL="457200" rtl="0" algn="l">
              <a:spcBef>
                <a:spcPts val="0"/>
              </a:spcBef>
              <a:spcAft>
                <a:spcPts val="0"/>
              </a:spcAft>
              <a:buClr>
                <a:schemeClr val="dk1"/>
              </a:buClr>
              <a:buSzPts val="1400"/>
              <a:buFont typeface="Golos Text"/>
              <a:buChar char="-"/>
            </a:pPr>
            <a:r>
              <a:rPr lang="ru-RU">
                <a:solidFill>
                  <a:schemeClr val="dk1"/>
                </a:solidFill>
                <a:latin typeface="Golos Text"/>
                <a:ea typeface="Golos Text"/>
                <a:cs typeface="Golos Text"/>
                <a:sym typeface="Golos Text"/>
              </a:rPr>
              <a:t>L*2</a:t>
            </a:r>
            <a:endParaRPr>
              <a:solidFill>
                <a:schemeClr val="dk1"/>
              </a:solidFill>
              <a:latin typeface="Golos Text"/>
              <a:ea typeface="Golos Text"/>
              <a:cs typeface="Golos Text"/>
              <a:sym typeface="Golos Text"/>
            </a:endParaRPr>
          </a:p>
          <a:p>
            <a:pPr indent="-317500" lvl="0" marL="457200" rtl="0" algn="l">
              <a:spcBef>
                <a:spcPts val="0"/>
              </a:spcBef>
              <a:spcAft>
                <a:spcPts val="0"/>
              </a:spcAft>
              <a:buClr>
                <a:srgbClr val="9900FF"/>
              </a:buClr>
              <a:buSzPts val="1400"/>
              <a:buFont typeface="Golos Text"/>
              <a:buChar char="-"/>
            </a:pPr>
            <a:r>
              <a:rPr lang="ru-RU">
                <a:solidFill>
                  <a:srgbClr val="9900FF"/>
                </a:solidFill>
                <a:latin typeface="Golos Text"/>
                <a:ea typeface="Golos Text"/>
                <a:cs typeface="Golos Text"/>
                <a:sym typeface="Golos Text"/>
              </a:rPr>
              <a:t>L*2 ++</a:t>
            </a:r>
            <a:endParaRPr>
              <a:solidFill>
                <a:srgbClr val="9900FF"/>
              </a:solidFill>
              <a:latin typeface="Golos Text"/>
              <a:ea typeface="Golos Text"/>
              <a:cs typeface="Golos Text"/>
              <a:sym typeface="Golos Text"/>
            </a:endParaRPr>
          </a:p>
          <a:p>
            <a:pPr indent="-317500" lvl="0" marL="457200" rtl="0" algn="l">
              <a:spcBef>
                <a:spcPts val="0"/>
              </a:spcBef>
              <a:spcAft>
                <a:spcPts val="0"/>
              </a:spcAft>
              <a:buClr>
                <a:srgbClr val="9900FF"/>
              </a:buClr>
              <a:buSzPts val="1400"/>
              <a:buFont typeface="Golos Text"/>
              <a:buChar char="-"/>
            </a:pPr>
            <a:r>
              <a:rPr lang="ru-RU">
                <a:solidFill>
                  <a:srgbClr val="9900FF"/>
                </a:solidFill>
                <a:latin typeface="Golos Text"/>
                <a:ea typeface="Golos Text"/>
                <a:cs typeface="Golos Text"/>
                <a:sym typeface="Golos Text"/>
              </a:rPr>
              <a:t>L*2 - -</a:t>
            </a:r>
            <a:endParaRPr>
              <a:solidFill>
                <a:srgbClr val="9900FF"/>
              </a:solidFill>
              <a:latin typeface="Golos Text"/>
              <a:ea typeface="Golos Text"/>
              <a:cs typeface="Golos Text"/>
              <a:sym typeface="Golos Tex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g1f58dad81a1_0_560"/>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3200"/>
              <a:buNone/>
            </a:pPr>
            <a:r>
              <a:rPr b="0" lang="ru-RU" sz="2200">
                <a:latin typeface="Golos Text"/>
                <a:ea typeface="Golos Text"/>
                <a:cs typeface="Golos Text"/>
                <a:sym typeface="Golos Text"/>
              </a:rPr>
              <a:t>Построение автомата </a:t>
            </a:r>
            <a:endParaRPr/>
          </a:p>
        </p:txBody>
      </p:sp>
      <p:sp>
        <p:nvSpPr>
          <p:cNvPr id="508" name="Google Shape;508;g1f58dad81a1_0_56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sp>
        <p:nvSpPr>
          <p:cNvPr id="509" name="Google Shape;509;g1f58dad81a1_0_560"/>
          <p:cNvSpPr txBox="1"/>
          <p:nvPr/>
        </p:nvSpPr>
        <p:spPr>
          <a:xfrm>
            <a:off x="219000" y="1023525"/>
            <a:ext cx="7513200" cy="393600"/>
          </a:xfrm>
          <a:prstGeom prst="rect">
            <a:avLst/>
          </a:prstGeom>
          <a:noFill/>
          <a:ln>
            <a:noFill/>
          </a:ln>
        </p:spPr>
        <p:txBody>
          <a:bodyPr anchorCtr="0" anchor="t" bIns="91425" lIns="91425" spcFirstLastPara="1" rIns="91425" wrap="square" tIns="91425">
            <a:noAutofit/>
          </a:bodyPr>
          <a:lstStyle/>
          <a:p>
            <a:pPr indent="457200" lvl="0" marL="0" rtl="0" algn="l">
              <a:lnSpc>
                <a:spcPct val="115000"/>
              </a:lnSpc>
              <a:spcBef>
                <a:spcPts val="1200"/>
              </a:spcBef>
              <a:spcAft>
                <a:spcPts val="0"/>
              </a:spcAft>
              <a:buNone/>
            </a:pPr>
            <a:r>
              <a:rPr lang="ru-RU" sz="1700">
                <a:solidFill>
                  <a:schemeClr val="dk1"/>
                </a:solidFill>
                <a:latin typeface="Lato"/>
                <a:ea typeface="Lato"/>
                <a:cs typeface="Lato"/>
                <a:sym typeface="Lato"/>
              </a:rPr>
              <a:t>[CEG]4|C/2C/2C/2C/2AF|[Ee]2[Dd]2|[CGc]</a:t>
            </a:r>
            <a:r>
              <a:rPr lang="ru-RU" sz="1700">
                <a:solidFill>
                  <a:schemeClr val="accent1"/>
                </a:solidFill>
                <a:latin typeface="Lato"/>
                <a:ea typeface="Lato"/>
                <a:cs typeface="Lato"/>
                <a:sym typeface="Lato"/>
              </a:rPr>
              <a:t>2&gt;[CGc]2</a:t>
            </a:r>
            <a:r>
              <a:rPr lang="ru-RU" sz="1700">
                <a:solidFill>
                  <a:schemeClr val="dk1"/>
                </a:solidFill>
                <a:latin typeface="Lato"/>
                <a:ea typeface="Lato"/>
                <a:cs typeface="Lato"/>
                <a:sym typeface="Lato"/>
              </a:rPr>
              <a:t>|(3CcC[Cceg]2|</a:t>
            </a:r>
            <a:endParaRPr sz="1700">
              <a:solidFill>
                <a:schemeClr val="dk1"/>
              </a:solidFill>
              <a:latin typeface="Lato"/>
              <a:ea typeface="Lato"/>
              <a:cs typeface="Lato"/>
              <a:sym typeface="Lato"/>
            </a:endParaRPr>
          </a:p>
        </p:txBody>
      </p:sp>
      <p:sp>
        <p:nvSpPr>
          <p:cNvPr id="510" name="Google Shape;510;g1f58dad81a1_0_560"/>
          <p:cNvSpPr/>
          <p:nvPr/>
        </p:nvSpPr>
        <p:spPr>
          <a:xfrm>
            <a:off x="1326975" y="2288700"/>
            <a:ext cx="630900" cy="566100"/>
          </a:xfrm>
          <a:prstGeom prst="ellipse">
            <a:avLst/>
          </a:prstGeom>
          <a:solidFill>
            <a:srgbClr val="D9EAD3"/>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RU">
                <a:latin typeface="Golos Text"/>
                <a:ea typeface="Golos Text"/>
                <a:cs typeface="Golos Text"/>
                <a:sym typeface="Golos Text"/>
              </a:rPr>
              <a:t>S1</a:t>
            </a:r>
            <a:endParaRPr>
              <a:latin typeface="Golos Text"/>
              <a:ea typeface="Golos Text"/>
              <a:cs typeface="Golos Text"/>
              <a:sym typeface="Golos Text"/>
            </a:endParaRPr>
          </a:p>
        </p:txBody>
      </p:sp>
      <p:sp>
        <p:nvSpPr>
          <p:cNvPr id="511" name="Google Shape;511;g1f58dad81a1_0_560"/>
          <p:cNvSpPr/>
          <p:nvPr/>
        </p:nvSpPr>
        <p:spPr>
          <a:xfrm>
            <a:off x="3040200" y="1802225"/>
            <a:ext cx="630900" cy="566100"/>
          </a:xfrm>
          <a:prstGeom prst="ellipse">
            <a:avLst/>
          </a:prstGeom>
          <a:solidFill>
            <a:srgbClr val="C9DAF8"/>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RU">
                <a:latin typeface="Golos Text"/>
                <a:ea typeface="Golos Text"/>
                <a:cs typeface="Golos Text"/>
                <a:sym typeface="Golos Text"/>
              </a:rPr>
              <a:t>S2</a:t>
            </a:r>
            <a:endParaRPr>
              <a:latin typeface="Golos Text"/>
              <a:ea typeface="Golos Text"/>
              <a:cs typeface="Golos Text"/>
              <a:sym typeface="Golos Text"/>
            </a:endParaRPr>
          </a:p>
        </p:txBody>
      </p:sp>
      <p:cxnSp>
        <p:nvCxnSpPr>
          <p:cNvPr id="512" name="Google Shape;512;g1f58dad81a1_0_560"/>
          <p:cNvCxnSpPr>
            <a:stCxn id="510" idx="0"/>
            <a:endCxn id="511" idx="1"/>
          </p:cNvCxnSpPr>
          <p:nvPr/>
        </p:nvCxnSpPr>
        <p:spPr>
          <a:xfrm rot="-5400000">
            <a:off x="2185725" y="1341900"/>
            <a:ext cx="403500" cy="1490100"/>
          </a:xfrm>
          <a:prstGeom prst="curvedConnector3">
            <a:avLst>
              <a:gd fmla="val 179579" name="adj1"/>
            </a:avLst>
          </a:prstGeom>
          <a:noFill/>
          <a:ln cap="flat" cmpd="sng" w="9525">
            <a:solidFill>
              <a:schemeClr val="dk2"/>
            </a:solidFill>
            <a:prstDash val="solid"/>
            <a:round/>
            <a:headEnd len="med" w="med" type="none"/>
            <a:tailEnd len="med" w="med" type="stealth"/>
          </a:ln>
        </p:spPr>
      </p:cxnSp>
      <p:sp>
        <p:nvSpPr>
          <p:cNvPr id="513" name="Google Shape;513;g1f58dad81a1_0_560"/>
          <p:cNvSpPr txBox="1"/>
          <p:nvPr/>
        </p:nvSpPr>
        <p:spPr>
          <a:xfrm>
            <a:off x="2038650" y="1676300"/>
            <a:ext cx="833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1000">
                <a:solidFill>
                  <a:schemeClr val="dk1"/>
                </a:solidFill>
                <a:latin typeface="Golos Text"/>
                <a:ea typeface="Golos Text"/>
                <a:cs typeface="Golos Text"/>
                <a:sym typeface="Golos Text"/>
              </a:rPr>
              <a:t>[, notes</a:t>
            </a:r>
            <a:endParaRPr sz="1000">
              <a:solidFill>
                <a:schemeClr val="dk1"/>
              </a:solidFill>
              <a:latin typeface="Golos Text"/>
              <a:ea typeface="Golos Text"/>
              <a:cs typeface="Golos Text"/>
              <a:sym typeface="Golos Text"/>
            </a:endParaRPr>
          </a:p>
        </p:txBody>
      </p:sp>
      <p:cxnSp>
        <p:nvCxnSpPr>
          <p:cNvPr id="514" name="Google Shape;514;g1f58dad81a1_0_560"/>
          <p:cNvCxnSpPr>
            <a:stCxn id="511" idx="0"/>
            <a:endCxn id="511" idx="7"/>
          </p:cNvCxnSpPr>
          <p:nvPr/>
        </p:nvCxnSpPr>
        <p:spPr>
          <a:xfrm flipH="1" rot="-5400000">
            <a:off x="3425850" y="1732025"/>
            <a:ext cx="82800" cy="223200"/>
          </a:xfrm>
          <a:prstGeom prst="curvedConnector3">
            <a:avLst>
              <a:gd fmla="val -287591" name="adj1"/>
            </a:avLst>
          </a:prstGeom>
          <a:noFill/>
          <a:ln cap="flat" cmpd="sng" w="9525">
            <a:solidFill>
              <a:schemeClr val="dk2"/>
            </a:solidFill>
            <a:prstDash val="solid"/>
            <a:round/>
            <a:headEnd len="med" w="med" type="none"/>
            <a:tailEnd len="med" w="med" type="stealth"/>
          </a:ln>
        </p:spPr>
      </p:cxnSp>
      <p:cxnSp>
        <p:nvCxnSpPr>
          <p:cNvPr id="515" name="Google Shape;515;g1f58dad81a1_0_560"/>
          <p:cNvCxnSpPr>
            <a:stCxn id="511" idx="4"/>
            <a:endCxn id="510" idx="5"/>
          </p:cNvCxnSpPr>
          <p:nvPr/>
        </p:nvCxnSpPr>
        <p:spPr>
          <a:xfrm rot="5400000">
            <a:off x="2408850" y="1825025"/>
            <a:ext cx="403500" cy="1490100"/>
          </a:xfrm>
          <a:prstGeom prst="curvedConnector3">
            <a:avLst>
              <a:gd fmla="val 179579" name="adj1"/>
            </a:avLst>
          </a:prstGeom>
          <a:noFill/>
          <a:ln cap="flat" cmpd="sng" w="9525">
            <a:solidFill>
              <a:schemeClr val="dk2"/>
            </a:solidFill>
            <a:prstDash val="solid"/>
            <a:round/>
            <a:headEnd len="med" w="med" type="none"/>
            <a:tailEnd len="med" w="med" type="stealth"/>
          </a:ln>
        </p:spPr>
      </p:cxnSp>
      <p:sp>
        <p:nvSpPr>
          <p:cNvPr id="516" name="Google Shape;516;g1f58dad81a1_0_560"/>
          <p:cNvSpPr txBox="1"/>
          <p:nvPr/>
        </p:nvSpPr>
        <p:spPr>
          <a:xfrm>
            <a:off x="2216550" y="3140975"/>
            <a:ext cx="994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1000">
                <a:solidFill>
                  <a:schemeClr val="dk1"/>
                </a:solidFill>
                <a:latin typeface="Golos Text"/>
                <a:ea typeface="Golos Text"/>
                <a:cs typeface="Golos Text"/>
                <a:sym typeface="Golos Text"/>
              </a:rPr>
              <a:t>dig -&gt; </a:t>
            </a:r>
            <a:r>
              <a:rPr lang="ru-RU" sz="1000">
                <a:solidFill>
                  <a:schemeClr val="accent1"/>
                </a:solidFill>
                <a:latin typeface="Golos Text"/>
                <a:ea typeface="Golos Text"/>
                <a:cs typeface="Golos Text"/>
                <a:sym typeface="Golos Text"/>
              </a:rPr>
              <a:t>L*</a:t>
            </a:r>
            <a:r>
              <a:rPr lang="ru-RU" sz="1000">
                <a:solidFill>
                  <a:srgbClr val="FF0000"/>
                </a:solidFill>
                <a:latin typeface="Golos Text"/>
                <a:ea typeface="Golos Text"/>
                <a:cs typeface="Golos Text"/>
                <a:sym typeface="Golos Text"/>
              </a:rPr>
              <a:t>dig</a:t>
            </a:r>
            <a:endParaRPr sz="1000">
              <a:solidFill>
                <a:srgbClr val="FF0000"/>
              </a:solidFill>
              <a:latin typeface="Golos Text"/>
              <a:ea typeface="Golos Text"/>
              <a:cs typeface="Golos Text"/>
              <a:sym typeface="Golos Text"/>
            </a:endParaRPr>
          </a:p>
        </p:txBody>
      </p:sp>
      <p:cxnSp>
        <p:nvCxnSpPr>
          <p:cNvPr id="517" name="Google Shape;517;g1f58dad81a1_0_560"/>
          <p:cNvCxnSpPr>
            <a:stCxn id="510" idx="3"/>
            <a:endCxn id="510" idx="2"/>
          </p:cNvCxnSpPr>
          <p:nvPr/>
        </p:nvCxnSpPr>
        <p:spPr>
          <a:xfrm flipH="1" rot="5400000">
            <a:off x="1273118" y="2625647"/>
            <a:ext cx="200100" cy="92400"/>
          </a:xfrm>
          <a:prstGeom prst="curvedConnector4">
            <a:avLst>
              <a:gd fmla="val -160434" name="adj1"/>
              <a:gd fmla="val 357704" name="adj2"/>
            </a:avLst>
          </a:prstGeom>
          <a:noFill/>
          <a:ln cap="flat" cmpd="sng" w="9525">
            <a:solidFill>
              <a:schemeClr val="dk2"/>
            </a:solidFill>
            <a:prstDash val="solid"/>
            <a:round/>
            <a:headEnd len="med" w="med" type="none"/>
            <a:tailEnd len="med" w="med" type="stealth"/>
          </a:ln>
        </p:spPr>
      </p:cxnSp>
      <p:sp>
        <p:nvSpPr>
          <p:cNvPr id="518" name="Google Shape;518;g1f58dad81a1_0_560"/>
          <p:cNvSpPr/>
          <p:nvPr/>
        </p:nvSpPr>
        <p:spPr>
          <a:xfrm>
            <a:off x="4174200" y="2274425"/>
            <a:ext cx="630900" cy="566100"/>
          </a:xfrm>
          <a:prstGeom prst="ellipse">
            <a:avLst/>
          </a:prstGeom>
          <a:solidFill>
            <a:srgbClr val="C9DAF8"/>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RU">
                <a:latin typeface="Golos Text"/>
                <a:ea typeface="Golos Text"/>
                <a:cs typeface="Golos Text"/>
                <a:sym typeface="Golos Text"/>
              </a:rPr>
              <a:t>S3</a:t>
            </a:r>
            <a:endParaRPr>
              <a:latin typeface="Golos Text"/>
              <a:ea typeface="Golos Text"/>
              <a:cs typeface="Golos Text"/>
              <a:sym typeface="Golos Text"/>
            </a:endParaRPr>
          </a:p>
        </p:txBody>
      </p:sp>
      <p:cxnSp>
        <p:nvCxnSpPr>
          <p:cNvPr id="519" name="Google Shape;519;g1f58dad81a1_0_560"/>
          <p:cNvCxnSpPr>
            <a:stCxn id="511" idx="5"/>
            <a:endCxn id="518" idx="2"/>
          </p:cNvCxnSpPr>
          <p:nvPr/>
        </p:nvCxnSpPr>
        <p:spPr>
          <a:xfrm flipH="1" rot="-5400000">
            <a:off x="3740407" y="2123722"/>
            <a:ext cx="272100" cy="595500"/>
          </a:xfrm>
          <a:prstGeom prst="curvedConnector2">
            <a:avLst/>
          </a:prstGeom>
          <a:noFill/>
          <a:ln cap="flat" cmpd="sng" w="9525">
            <a:solidFill>
              <a:schemeClr val="dk2"/>
            </a:solidFill>
            <a:prstDash val="solid"/>
            <a:round/>
            <a:headEnd len="med" w="med" type="none"/>
            <a:tailEnd len="med" w="med" type="stealth"/>
          </a:ln>
        </p:spPr>
      </p:cxnSp>
      <p:sp>
        <p:nvSpPr>
          <p:cNvPr id="520" name="Google Shape;520;g1f58dad81a1_0_560"/>
          <p:cNvSpPr txBox="1"/>
          <p:nvPr/>
        </p:nvSpPr>
        <p:spPr>
          <a:xfrm>
            <a:off x="3632625" y="2133350"/>
            <a:ext cx="264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1000">
                <a:solidFill>
                  <a:schemeClr val="dk1"/>
                </a:solidFill>
                <a:latin typeface="Golos Text"/>
                <a:ea typeface="Golos Text"/>
                <a:cs typeface="Golos Text"/>
                <a:sym typeface="Golos Text"/>
              </a:rPr>
              <a:t>/</a:t>
            </a:r>
            <a:endParaRPr sz="1000">
              <a:solidFill>
                <a:schemeClr val="dk1"/>
              </a:solidFill>
              <a:latin typeface="Golos Text"/>
              <a:ea typeface="Golos Text"/>
              <a:cs typeface="Golos Text"/>
              <a:sym typeface="Golos Text"/>
            </a:endParaRPr>
          </a:p>
        </p:txBody>
      </p:sp>
      <p:cxnSp>
        <p:nvCxnSpPr>
          <p:cNvPr id="521" name="Google Shape;521;g1f58dad81a1_0_560"/>
          <p:cNvCxnSpPr>
            <a:stCxn id="518" idx="2"/>
            <a:endCxn id="510" idx="5"/>
          </p:cNvCxnSpPr>
          <p:nvPr/>
        </p:nvCxnSpPr>
        <p:spPr>
          <a:xfrm flipH="1">
            <a:off x="1865400" y="2557475"/>
            <a:ext cx="2308800" cy="214500"/>
          </a:xfrm>
          <a:prstGeom prst="curvedConnector4">
            <a:avLst>
              <a:gd fmla="val 47997" name="adj1"/>
              <a:gd fmla="val 249627" name="adj2"/>
            </a:avLst>
          </a:prstGeom>
          <a:noFill/>
          <a:ln cap="flat" cmpd="sng" w="9525">
            <a:solidFill>
              <a:schemeClr val="dk2"/>
            </a:solidFill>
            <a:prstDash val="solid"/>
            <a:round/>
            <a:headEnd len="med" w="med" type="none"/>
            <a:tailEnd len="med" w="med" type="none"/>
          </a:ln>
        </p:spPr>
      </p:cxnSp>
      <p:sp>
        <p:nvSpPr>
          <p:cNvPr id="522" name="Google Shape;522;g1f58dad81a1_0_560"/>
          <p:cNvSpPr txBox="1"/>
          <p:nvPr/>
        </p:nvSpPr>
        <p:spPr>
          <a:xfrm>
            <a:off x="3404125" y="2945625"/>
            <a:ext cx="994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1000">
                <a:solidFill>
                  <a:schemeClr val="dk1"/>
                </a:solidFill>
                <a:latin typeface="Golos Text"/>
                <a:ea typeface="Golos Text"/>
                <a:cs typeface="Golos Text"/>
                <a:sym typeface="Golos Text"/>
              </a:rPr>
              <a:t>dig -&gt; </a:t>
            </a:r>
            <a:r>
              <a:rPr lang="ru-RU" sz="1000">
                <a:solidFill>
                  <a:schemeClr val="accent1"/>
                </a:solidFill>
                <a:latin typeface="Golos Text"/>
                <a:ea typeface="Golos Text"/>
                <a:cs typeface="Golos Text"/>
                <a:sym typeface="Golos Text"/>
              </a:rPr>
              <a:t>L/</a:t>
            </a:r>
            <a:r>
              <a:rPr lang="ru-RU" sz="1000">
                <a:solidFill>
                  <a:srgbClr val="FF0000"/>
                </a:solidFill>
                <a:latin typeface="Golos Text"/>
                <a:ea typeface="Golos Text"/>
                <a:cs typeface="Golos Text"/>
                <a:sym typeface="Golos Text"/>
              </a:rPr>
              <a:t>dig</a:t>
            </a:r>
            <a:endParaRPr sz="1000">
              <a:solidFill>
                <a:srgbClr val="FF0000"/>
              </a:solidFill>
              <a:latin typeface="Golos Text"/>
              <a:ea typeface="Golos Text"/>
              <a:cs typeface="Golos Text"/>
              <a:sym typeface="Golos Text"/>
            </a:endParaRPr>
          </a:p>
        </p:txBody>
      </p:sp>
      <p:cxnSp>
        <p:nvCxnSpPr>
          <p:cNvPr id="523" name="Google Shape;523;g1f58dad81a1_0_560"/>
          <p:cNvCxnSpPr>
            <a:stCxn id="511" idx="7"/>
            <a:endCxn id="511" idx="6"/>
          </p:cNvCxnSpPr>
          <p:nvPr/>
        </p:nvCxnSpPr>
        <p:spPr>
          <a:xfrm flipH="1" rot="-5400000">
            <a:off x="3524857" y="1938978"/>
            <a:ext cx="200100" cy="92400"/>
          </a:xfrm>
          <a:prstGeom prst="curvedConnector4">
            <a:avLst>
              <a:gd fmla="val -84597" name="adj1"/>
              <a:gd fmla="val 783975" name="adj2"/>
            </a:avLst>
          </a:prstGeom>
          <a:noFill/>
          <a:ln cap="flat" cmpd="sng" w="9525">
            <a:solidFill>
              <a:schemeClr val="dk2"/>
            </a:solidFill>
            <a:prstDash val="solid"/>
            <a:round/>
            <a:headEnd len="med" w="med" type="none"/>
            <a:tailEnd len="med" w="med" type="stealth"/>
          </a:ln>
        </p:spPr>
      </p:cxnSp>
      <p:sp>
        <p:nvSpPr>
          <p:cNvPr id="524" name="Google Shape;524;g1f58dad81a1_0_560"/>
          <p:cNvSpPr txBox="1"/>
          <p:nvPr/>
        </p:nvSpPr>
        <p:spPr>
          <a:xfrm>
            <a:off x="3618450" y="1720363"/>
            <a:ext cx="714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1000">
                <a:solidFill>
                  <a:schemeClr val="dk1"/>
                </a:solidFill>
                <a:latin typeface="Golos Text"/>
                <a:ea typeface="Golos Text"/>
                <a:cs typeface="Golos Text"/>
                <a:sym typeface="Golos Text"/>
              </a:rPr>
              <a:t>note -&gt; </a:t>
            </a:r>
            <a:r>
              <a:rPr lang="ru-RU" sz="1000">
                <a:solidFill>
                  <a:schemeClr val="accent1"/>
                </a:solidFill>
                <a:latin typeface="Golos Text"/>
                <a:ea typeface="Golos Text"/>
                <a:cs typeface="Golos Text"/>
                <a:sym typeface="Golos Text"/>
              </a:rPr>
              <a:t>L</a:t>
            </a:r>
            <a:endParaRPr sz="1000">
              <a:solidFill>
                <a:srgbClr val="FF0000"/>
              </a:solidFill>
              <a:latin typeface="Golos Text"/>
              <a:ea typeface="Golos Text"/>
              <a:cs typeface="Golos Text"/>
              <a:sym typeface="Golos Text"/>
            </a:endParaRPr>
          </a:p>
        </p:txBody>
      </p:sp>
      <p:sp>
        <p:nvSpPr>
          <p:cNvPr id="525" name="Google Shape;525;g1f58dad81a1_0_560"/>
          <p:cNvSpPr txBox="1"/>
          <p:nvPr/>
        </p:nvSpPr>
        <p:spPr>
          <a:xfrm>
            <a:off x="6519000" y="1780550"/>
            <a:ext cx="2426100" cy="287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ru-RU">
                <a:solidFill>
                  <a:schemeClr val="dk1"/>
                </a:solidFill>
                <a:latin typeface="Golos Text"/>
                <a:ea typeface="Golos Text"/>
                <a:cs typeface="Golos Text"/>
                <a:sym typeface="Golos Text"/>
              </a:rPr>
              <a:t>Выход</a:t>
            </a:r>
            <a:r>
              <a:rPr lang="ru-RU">
                <a:solidFill>
                  <a:schemeClr val="dk1"/>
                </a:solidFill>
                <a:latin typeface="Golos Text"/>
                <a:ea typeface="Golos Text"/>
                <a:cs typeface="Golos Text"/>
                <a:sym typeface="Golos Text"/>
              </a:rPr>
              <a:t>: </a:t>
            </a:r>
            <a:endParaRPr>
              <a:solidFill>
                <a:schemeClr val="dk1"/>
              </a:solidFill>
              <a:latin typeface="Golos Text"/>
              <a:ea typeface="Golos Text"/>
              <a:cs typeface="Golos Text"/>
              <a:sym typeface="Golos Text"/>
            </a:endParaRPr>
          </a:p>
          <a:p>
            <a:pPr indent="-317500" lvl="0" marL="457200" rtl="0" algn="l">
              <a:spcBef>
                <a:spcPts val="0"/>
              </a:spcBef>
              <a:spcAft>
                <a:spcPts val="0"/>
              </a:spcAft>
              <a:buClr>
                <a:schemeClr val="dk1"/>
              </a:buClr>
              <a:buSzPts val="1400"/>
              <a:buFont typeface="Golos Text"/>
              <a:buChar char="-"/>
            </a:pPr>
            <a:r>
              <a:rPr lang="ru-RU">
                <a:solidFill>
                  <a:schemeClr val="dk1"/>
                </a:solidFill>
                <a:latin typeface="Golos Text"/>
                <a:ea typeface="Golos Text"/>
                <a:cs typeface="Golos Text"/>
                <a:sym typeface="Golos Text"/>
              </a:rPr>
              <a:t>L*4</a:t>
            </a:r>
            <a:endParaRPr>
              <a:solidFill>
                <a:schemeClr val="dk1"/>
              </a:solidFill>
              <a:latin typeface="Golos Text"/>
              <a:ea typeface="Golos Text"/>
              <a:cs typeface="Golos Text"/>
              <a:sym typeface="Golos Text"/>
            </a:endParaRPr>
          </a:p>
          <a:p>
            <a:pPr indent="-317500" lvl="0" marL="457200" rtl="0" algn="l">
              <a:spcBef>
                <a:spcPts val="0"/>
              </a:spcBef>
              <a:spcAft>
                <a:spcPts val="0"/>
              </a:spcAft>
              <a:buClr>
                <a:schemeClr val="dk1"/>
              </a:buClr>
              <a:buSzPts val="1400"/>
              <a:buFont typeface="Golos Text"/>
              <a:buChar char="-"/>
            </a:pPr>
            <a:r>
              <a:rPr lang="ru-RU">
                <a:solidFill>
                  <a:schemeClr val="dk1"/>
                </a:solidFill>
                <a:latin typeface="Golos Text"/>
                <a:ea typeface="Golos Text"/>
                <a:cs typeface="Golos Text"/>
                <a:sym typeface="Golos Text"/>
              </a:rPr>
              <a:t>L/2 </a:t>
            </a:r>
            <a:endParaRPr>
              <a:solidFill>
                <a:schemeClr val="dk1"/>
              </a:solidFill>
              <a:latin typeface="Golos Text"/>
              <a:ea typeface="Golos Text"/>
              <a:cs typeface="Golos Text"/>
              <a:sym typeface="Golos Text"/>
            </a:endParaRPr>
          </a:p>
          <a:p>
            <a:pPr indent="-317500" lvl="0" marL="457200" rtl="0" algn="l">
              <a:spcBef>
                <a:spcPts val="0"/>
              </a:spcBef>
              <a:spcAft>
                <a:spcPts val="0"/>
              </a:spcAft>
              <a:buClr>
                <a:schemeClr val="dk1"/>
              </a:buClr>
              <a:buSzPts val="1400"/>
              <a:buFont typeface="Golos Text"/>
              <a:buChar char="-"/>
            </a:pPr>
            <a:r>
              <a:rPr lang="ru-RU">
                <a:solidFill>
                  <a:schemeClr val="dk1"/>
                </a:solidFill>
                <a:latin typeface="Golos Text"/>
                <a:ea typeface="Golos Text"/>
                <a:cs typeface="Golos Text"/>
                <a:sym typeface="Golos Text"/>
              </a:rPr>
              <a:t>L/2</a:t>
            </a:r>
            <a:endParaRPr>
              <a:solidFill>
                <a:schemeClr val="dk1"/>
              </a:solidFill>
              <a:latin typeface="Golos Text"/>
              <a:ea typeface="Golos Text"/>
              <a:cs typeface="Golos Text"/>
              <a:sym typeface="Golos Text"/>
            </a:endParaRPr>
          </a:p>
          <a:p>
            <a:pPr indent="-317500" lvl="0" marL="457200" rtl="0" algn="l">
              <a:spcBef>
                <a:spcPts val="0"/>
              </a:spcBef>
              <a:spcAft>
                <a:spcPts val="0"/>
              </a:spcAft>
              <a:buClr>
                <a:schemeClr val="dk1"/>
              </a:buClr>
              <a:buSzPts val="1400"/>
              <a:buFont typeface="Golos Text"/>
              <a:buChar char="-"/>
            </a:pPr>
            <a:r>
              <a:rPr lang="ru-RU">
                <a:solidFill>
                  <a:schemeClr val="dk1"/>
                </a:solidFill>
                <a:latin typeface="Golos Text"/>
                <a:ea typeface="Golos Text"/>
                <a:cs typeface="Golos Text"/>
                <a:sym typeface="Golos Text"/>
              </a:rPr>
              <a:t>L/2</a:t>
            </a:r>
            <a:endParaRPr>
              <a:solidFill>
                <a:schemeClr val="dk1"/>
              </a:solidFill>
              <a:latin typeface="Golos Text"/>
              <a:ea typeface="Golos Text"/>
              <a:cs typeface="Golos Text"/>
              <a:sym typeface="Golos Text"/>
            </a:endParaRPr>
          </a:p>
          <a:p>
            <a:pPr indent="-317500" lvl="0" marL="457200" rtl="0" algn="l">
              <a:spcBef>
                <a:spcPts val="0"/>
              </a:spcBef>
              <a:spcAft>
                <a:spcPts val="0"/>
              </a:spcAft>
              <a:buClr>
                <a:schemeClr val="dk1"/>
              </a:buClr>
              <a:buSzPts val="1400"/>
              <a:buFont typeface="Golos Text"/>
              <a:buChar char="-"/>
            </a:pPr>
            <a:r>
              <a:rPr lang="ru-RU">
                <a:solidFill>
                  <a:schemeClr val="dk1"/>
                </a:solidFill>
                <a:latin typeface="Golos Text"/>
                <a:ea typeface="Golos Text"/>
                <a:cs typeface="Golos Text"/>
                <a:sym typeface="Golos Text"/>
              </a:rPr>
              <a:t>L/2</a:t>
            </a:r>
            <a:endParaRPr>
              <a:solidFill>
                <a:schemeClr val="dk1"/>
              </a:solidFill>
              <a:latin typeface="Golos Text"/>
              <a:ea typeface="Golos Text"/>
              <a:cs typeface="Golos Text"/>
              <a:sym typeface="Golos Text"/>
            </a:endParaRPr>
          </a:p>
          <a:p>
            <a:pPr indent="-317500" lvl="0" marL="457200" rtl="0" algn="l">
              <a:spcBef>
                <a:spcPts val="0"/>
              </a:spcBef>
              <a:spcAft>
                <a:spcPts val="0"/>
              </a:spcAft>
              <a:buClr>
                <a:schemeClr val="dk1"/>
              </a:buClr>
              <a:buSzPts val="1400"/>
              <a:buFont typeface="Golos Text"/>
              <a:buChar char="-"/>
            </a:pPr>
            <a:r>
              <a:rPr lang="ru-RU">
                <a:solidFill>
                  <a:schemeClr val="dk1"/>
                </a:solidFill>
                <a:latin typeface="Golos Text"/>
                <a:ea typeface="Golos Text"/>
                <a:cs typeface="Golos Text"/>
                <a:sym typeface="Golos Text"/>
              </a:rPr>
              <a:t>L</a:t>
            </a:r>
            <a:endParaRPr>
              <a:solidFill>
                <a:schemeClr val="dk1"/>
              </a:solidFill>
              <a:latin typeface="Golos Text"/>
              <a:ea typeface="Golos Text"/>
              <a:cs typeface="Golos Text"/>
              <a:sym typeface="Golos Text"/>
            </a:endParaRPr>
          </a:p>
          <a:p>
            <a:pPr indent="-317500" lvl="0" marL="457200" rtl="0" algn="l">
              <a:spcBef>
                <a:spcPts val="0"/>
              </a:spcBef>
              <a:spcAft>
                <a:spcPts val="0"/>
              </a:spcAft>
              <a:buClr>
                <a:schemeClr val="dk1"/>
              </a:buClr>
              <a:buSzPts val="1400"/>
              <a:buFont typeface="Golos Text"/>
              <a:buChar char="-"/>
            </a:pPr>
            <a:r>
              <a:rPr lang="ru-RU">
                <a:solidFill>
                  <a:schemeClr val="dk1"/>
                </a:solidFill>
                <a:latin typeface="Golos Text"/>
                <a:ea typeface="Golos Text"/>
                <a:cs typeface="Golos Text"/>
                <a:sym typeface="Golos Text"/>
              </a:rPr>
              <a:t>L</a:t>
            </a:r>
            <a:endParaRPr>
              <a:solidFill>
                <a:schemeClr val="dk1"/>
              </a:solidFill>
              <a:latin typeface="Golos Text"/>
              <a:ea typeface="Golos Text"/>
              <a:cs typeface="Golos Text"/>
              <a:sym typeface="Golos Text"/>
            </a:endParaRPr>
          </a:p>
          <a:p>
            <a:pPr indent="-317500" lvl="0" marL="457200" rtl="0" algn="l">
              <a:spcBef>
                <a:spcPts val="0"/>
              </a:spcBef>
              <a:spcAft>
                <a:spcPts val="0"/>
              </a:spcAft>
              <a:buClr>
                <a:schemeClr val="dk1"/>
              </a:buClr>
              <a:buSzPts val="1400"/>
              <a:buFont typeface="Golos Text"/>
              <a:buChar char="-"/>
            </a:pPr>
            <a:r>
              <a:rPr lang="ru-RU">
                <a:solidFill>
                  <a:schemeClr val="dk1"/>
                </a:solidFill>
                <a:latin typeface="Golos Text"/>
                <a:ea typeface="Golos Text"/>
                <a:cs typeface="Golos Text"/>
                <a:sym typeface="Golos Text"/>
              </a:rPr>
              <a:t>L*2</a:t>
            </a:r>
            <a:endParaRPr>
              <a:solidFill>
                <a:schemeClr val="dk1"/>
              </a:solidFill>
              <a:latin typeface="Golos Text"/>
              <a:ea typeface="Golos Text"/>
              <a:cs typeface="Golos Text"/>
              <a:sym typeface="Golos Text"/>
            </a:endParaRPr>
          </a:p>
          <a:p>
            <a:pPr indent="-317500" lvl="0" marL="457200" rtl="0" algn="l">
              <a:spcBef>
                <a:spcPts val="0"/>
              </a:spcBef>
              <a:spcAft>
                <a:spcPts val="0"/>
              </a:spcAft>
              <a:buClr>
                <a:schemeClr val="dk1"/>
              </a:buClr>
              <a:buSzPts val="1400"/>
              <a:buFont typeface="Golos Text"/>
              <a:buChar char="-"/>
            </a:pPr>
            <a:r>
              <a:rPr lang="ru-RU">
                <a:solidFill>
                  <a:schemeClr val="dk1"/>
                </a:solidFill>
                <a:latin typeface="Golos Text"/>
                <a:ea typeface="Golos Text"/>
                <a:cs typeface="Golos Text"/>
                <a:sym typeface="Golos Text"/>
              </a:rPr>
              <a:t>L*2</a:t>
            </a:r>
            <a:endParaRPr>
              <a:solidFill>
                <a:schemeClr val="dk1"/>
              </a:solidFill>
              <a:latin typeface="Golos Text"/>
              <a:ea typeface="Golos Text"/>
              <a:cs typeface="Golos Text"/>
              <a:sym typeface="Golos Text"/>
            </a:endParaRPr>
          </a:p>
          <a:p>
            <a:pPr indent="-317500" lvl="0" marL="457200" rtl="0" algn="l">
              <a:spcBef>
                <a:spcPts val="0"/>
              </a:spcBef>
              <a:spcAft>
                <a:spcPts val="0"/>
              </a:spcAft>
              <a:buClr>
                <a:schemeClr val="dk1"/>
              </a:buClr>
              <a:buSzPts val="1400"/>
              <a:buFont typeface="Golos Text"/>
              <a:buChar char="-"/>
            </a:pPr>
            <a:r>
              <a:rPr lang="ru-RU">
                <a:solidFill>
                  <a:schemeClr val="dk1"/>
                </a:solidFill>
                <a:latin typeface="Golos Text"/>
                <a:ea typeface="Golos Text"/>
                <a:cs typeface="Golos Text"/>
                <a:sym typeface="Golos Text"/>
              </a:rPr>
              <a:t>L*2 </a:t>
            </a:r>
            <a:endParaRPr>
              <a:solidFill>
                <a:schemeClr val="dk1"/>
              </a:solidFill>
              <a:latin typeface="Golos Text"/>
              <a:ea typeface="Golos Text"/>
              <a:cs typeface="Golos Text"/>
              <a:sym typeface="Golos Text"/>
            </a:endParaRPr>
          </a:p>
          <a:p>
            <a:pPr indent="-317500" lvl="0" marL="457200" rtl="0" algn="l">
              <a:spcBef>
                <a:spcPts val="0"/>
              </a:spcBef>
              <a:spcAft>
                <a:spcPts val="0"/>
              </a:spcAft>
              <a:buClr>
                <a:schemeClr val="dk1"/>
              </a:buClr>
              <a:buSzPts val="1400"/>
              <a:buFont typeface="Golos Text"/>
              <a:buChar char="-"/>
            </a:pPr>
            <a:r>
              <a:rPr lang="ru-RU">
                <a:solidFill>
                  <a:schemeClr val="dk1"/>
                </a:solidFill>
                <a:latin typeface="Golos Text"/>
                <a:ea typeface="Golos Text"/>
                <a:cs typeface="Golos Text"/>
                <a:sym typeface="Golos Text"/>
              </a:rPr>
              <a:t>&gt; </a:t>
            </a:r>
            <a:endParaRPr>
              <a:solidFill>
                <a:schemeClr val="dk1"/>
              </a:solidFill>
              <a:latin typeface="Golos Text"/>
              <a:ea typeface="Golos Text"/>
              <a:cs typeface="Golos Text"/>
              <a:sym typeface="Golos Text"/>
            </a:endParaRPr>
          </a:p>
          <a:p>
            <a:pPr indent="-317500" lvl="0" marL="457200" rtl="0" algn="l">
              <a:spcBef>
                <a:spcPts val="0"/>
              </a:spcBef>
              <a:spcAft>
                <a:spcPts val="0"/>
              </a:spcAft>
              <a:buClr>
                <a:schemeClr val="dk1"/>
              </a:buClr>
              <a:buSzPts val="1400"/>
              <a:buFont typeface="Golos Text"/>
              <a:buChar char="-"/>
            </a:pPr>
            <a:r>
              <a:rPr lang="ru-RU">
                <a:solidFill>
                  <a:schemeClr val="dk1"/>
                </a:solidFill>
                <a:latin typeface="Golos Text"/>
                <a:ea typeface="Golos Text"/>
                <a:cs typeface="Golos Text"/>
                <a:sym typeface="Golos Text"/>
              </a:rPr>
              <a:t>L*2</a:t>
            </a:r>
            <a:endParaRPr>
              <a:solidFill>
                <a:schemeClr val="dk1"/>
              </a:solidFill>
              <a:latin typeface="Golos Text"/>
              <a:ea typeface="Golos Text"/>
              <a:cs typeface="Golos Text"/>
              <a:sym typeface="Golos Text"/>
            </a:endParaRPr>
          </a:p>
        </p:txBody>
      </p:sp>
      <p:cxnSp>
        <p:nvCxnSpPr>
          <p:cNvPr id="526" name="Google Shape;526;g1f58dad81a1_0_560"/>
          <p:cNvCxnSpPr>
            <a:endCxn id="510" idx="2"/>
          </p:cNvCxnSpPr>
          <p:nvPr/>
        </p:nvCxnSpPr>
        <p:spPr>
          <a:xfrm rot="5400000">
            <a:off x="1273125" y="2425500"/>
            <a:ext cx="200100" cy="92400"/>
          </a:xfrm>
          <a:prstGeom prst="curvedConnector4">
            <a:avLst>
              <a:gd fmla="val -162031" name="adj1"/>
              <a:gd fmla="val 380060" name="adj2"/>
            </a:avLst>
          </a:prstGeom>
          <a:noFill/>
          <a:ln cap="flat" cmpd="sng" w="9525">
            <a:solidFill>
              <a:schemeClr val="dk2"/>
            </a:solidFill>
            <a:prstDash val="solid"/>
            <a:round/>
            <a:headEnd len="med" w="med" type="none"/>
            <a:tailEnd len="med" w="med" type="none"/>
          </a:ln>
        </p:spPr>
      </p:cxnSp>
      <p:sp>
        <p:nvSpPr>
          <p:cNvPr id="527" name="Google Shape;527;g1f58dad81a1_0_560"/>
          <p:cNvSpPr txBox="1"/>
          <p:nvPr/>
        </p:nvSpPr>
        <p:spPr>
          <a:xfrm>
            <a:off x="647625" y="1683563"/>
            <a:ext cx="994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1000">
                <a:solidFill>
                  <a:schemeClr val="dk1"/>
                </a:solidFill>
                <a:latin typeface="Golos Text"/>
                <a:ea typeface="Golos Text"/>
                <a:cs typeface="Golos Text"/>
                <a:sym typeface="Golos Text"/>
              </a:rPr>
              <a:t>&gt; -</a:t>
            </a:r>
            <a:r>
              <a:rPr lang="ru-RU" sz="1000">
                <a:solidFill>
                  <a:schemeClr val="dk1"/>
                </a:solidFill>
                <a:latin typeface="Golos Text"/>
                <a:ea typeface="Golos Text"/>
                <a:cs typeface="Golos Text"/>
                <a:sym typeface="Golos Text"/>
              </a:rPr>
              <a:t>&gt; </a:t>
            </a:r>
            <a:r>
              <a:rPr lang="ru-RU" sz="1000">
                <a:solidFill>
                  <a:schemeClr val="accent1"/>
                </a:solidFill>
                <a:latin typeface="Golos Text"/>
                <a:ea typeface="Golos Text"/>
                <a:cs typeface="Golos Text"/>
                <a:sym typeface="Golos Text"/>
              </a:rPr>
              <a:t>&gt;</a:t>
            </a:r>
            <a:r>
              <a:rPr lang="ru-RU" sz="1000">
                <a:solidFill>
                  <a:schemeClr val="dk1"/>
                </a:solidFill>
                <a:latin typeface="Golos Text"/>
                <a:ea typeface="Golos Text"/>
                <a:cs typeface="Golos Text"/>
                <a:sym typeface="Golos Text"/>
              </a:rPr>
              <a:t>, &lt;</a:t>
            </a:r>
            <a:r>
              <a:rPr lang="ru-RU" sz="1000">
                <a:solidFill>
                  <a:schemeClr val="dk1"/>
                </a:solidFill>
                <a:latin typeface="Golos Text"/>
                <a:ea typeface="Golos Text"/>
                <a:cs typeface="Golos Text"/>
                <a:sym typeface="Golos Text"/>
              </a:rPr>
              <a:t> -</a:t>
            </a:r>
            <a:r>
              <a:rPr lang="ru-RU" sz="1000">
                <a:solidFill>
                  <a:schemeClr val="dk1"/>
                </a:solidFill>
                <a:latin typeface="Golos Text"/>
                <a:ea typeface="Golos Text"/>
                <a:cs typeface="Golos Text"/>
                <a:sym typeface="Golos Text"/>
              </a:rPr>
              <a:t>&gt;</a:t>
            </a:r>
            <a:r>
              <a:rPr lang="ru-RU" sz="1000">
                <a:solidFill>
                  <a:schemeClr val="accent1"/>
                </a:solidFill>
                <a:latin typeface="Golos Text"/>
                <a:ea typeface="Golos Text"/>
                <a:cs typeface="Golos Text"/>
                <a:sym typeface="Golos Text"/>
              </a:rPr>
              <a:t> &lt;</a:t>
            </a:r>
            <a:endParaRPr sz="1000">
              <a:solidFill>
                <a:srgbClr val="FF0000"/>
              </a:solidFill>
              <a:latin typeface="Golos Text"/>
              <a:ea typeface="Golos Text"/>
              <a:cs typeface="Golos Text"/>
              <a:sym typeface="Golos Tex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g1f58dad81a1_0_505"/>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3200"/>
              <a:buNone/>
            </a:pPr>
            <a:r>
              <a:rPr b="0" lang="ru-RU" sz="2200">
                <a:latin typeface="Golos Text"/>
                <a:ea typeface="Golos Text"/>
                <a:cs typeface="Golos Text"/>
                <a:sym typeface="Golos Text"/>
              </a:rPr>
              <a:t>Построение автомата </a:t>
            </a:r>
            <a:endParaRPr/>
          </a:p>
        </p:txBody>
      </p:sp>
      <p:sp>
        <p:nvSpPr>
          <p:cNvPr id="533" name="Google Shape;533;g1f58dad81a1_0_50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sp>
        <p:nvSpPr>
          <p:cNvPr id="534" name="Google Shape;534;g1f58dad81a1_0_505"/>
          <p:cNvSpPr txBox="1"/>
          <p:nvPr/>
        </p:nvSpPr>
        <p:spPr>
          <a:xfrm>
            <a:off x="219000" y="1023525"/>
            <a:ext cx="7513200" cy="393600"/>
          </a:xfrm>
          <a:prstGeom prst="rect">
            <a:avLst/>
          </a:prstGeom>
          <a:noFill/>
          <a:ln>
            <a:noFill/>
          </a:ln>
        </p:spPr>
        <p:txBody>
          <a:bodyPr anchorCtr="0" anchor="t" bIns="91425" lIns="91425" spcFirstLastPara="1" rIns="91425" wrap="square" tIns="91425">
            <a:noAutofit/>
          </a:bodyPr>
          <a:lstStyle/>
          <a:p>
            <a:pPr indent="457200" lvl="0" marL="0" rtl="0" algn="l">
              <a:lnSpc>
                <a:spcPct val="115000"/>
              </a:lnSpc>
              <a:spcBef>
                <a:spcPts val="1200"/>
              </a:spcBef>
              <a:spcAft>
                <a:spcPts val="0"/>
              </a:spcAft>
              <a:buNone/>
            </a:pPr>
            <a:r>
              <a:rPr lang="ru-RU" sz="1700">
                <a:solidFill>
                  <a:schemeClr val="dk1"/>
                </a:solidFill>
                <a:latin typeface="Lato"/>
                <a:ea typeface="Lato"/>
                <a:cs typeface="Lato"/>
                <a:sym typeface="Lato"/>
              </a:rPr>
              <a:t>[CEG]4|C/2C/2C/2C/2AF|[Ee]2[Dd]2|[CGc]2&gt;[CGc]2|(</a:t>
            </a:r>
            <a:r>
              <a:rPr lang="ru-RU" sz="1700">
                <a:solidFill>
                  <a:schemeClr val="dk1"/>
                </a:solidFill>
                <a:highlight>
                  <a:srgbClr val="B6D7A8"/>
                </a:highlight>
                <a:latin typeface="Lato"/>
                <a:ea typeface="Lato"/>
                <a:cs typeface="Lato"/>
                <a:sym typeface="Lato"/>
              </a:rPr>
              <a:t>3CcC[Cceg]2|</a:t>
            </a:r>
            <a:endParaRPr sz="1700">
              <a:solidFill>
                <a:schemeClr val="dk1"/>
              </a:solidFill>
              <a:highlight>
                <a:srgbClr val="B6D7A8"/>
              </a:highlight>
              <a:latin typeface="Lato"/>
              <a:ea typeface="Lato"/>
              <a:cs typeface="Lato"/>
              <a:sym typeface="Lato"/>
            </a:endParaRPr>
          </a:p>
        </p:txBody>
      </p:sp>
      <p:sp>
        <p:nvSpPr>
          <p:cNvPr id="535" name="Google Shape;535;g1f58dad81a1_0_505"/>
          <p:cNvSpPr/>
          <p:nvPr/>
        </p:nvSpPr>
        <p:spPr>
          <a:xfrm>
            <a:off x="1326975" y="2288700"/>
            <a:ext cx="630900" cy="566100"/>
          </a:xfrm>
          <a:prstGeom prst="ellipse">
            <a:avLst/>
          </a:prstGeom>
          <a:solidFill>
            <a:srgbClr val="D9EAD3"/>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RU">
                <a:latin typeface="Golos Text"/>
                <a:ea typeface="Golos Text"/>
                <a:cs typeface="Golos Text"/>
                <a:sym typeface="Golos Text"/>
              </a:rPr>
              <a:t>S1</a:t>
            </a:r>
            <a:endParaRPr>
              <a:latin typeface="Golos Text"/>
              <a:ea typeface="Golos Text"/>
              <a:cs typeface="Golos Text"/>
              <a:sym typeface="Golos Text"/>
            </a:endParaRPr>
          </a:p>
        </p:txBody>
      </p:sp>
      <p:sp>
        <p:nvSpPr>
          <p:cNvPr id="536" name="Google Shape;536;g1f58dad81a1_0_505"/>
          <p:cNvSpPr/>
          <p:nvPr/>
        </p:nvSpPr>
        <p:spPr>
          <a:xfrm>
            <a:off x="3040200" y="1802225"/>
            <a:ext cx="630900" cy="566100"/>
          </a:xfrm>
          <a:prstGeom prst="ellipse">
            <a:avLst/>
          </a:prstGeom>
          <a:solidFill>
            <a:srgbClr val="C9DAF8"/>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RU">
                <a:latin typeface="Golos Text"/>
                <a:ea typeface="Golos Text"/>
                <a:cs typeface="Golos Text"/>
                <a:sym typeface="Golos Text"/>
              </a:rPr>
              <a:t>S2</a:t>
            </a:r>
            <a:endParaRPr>
              <a:latin typeface="Golos Text"/>
              <a:ea typeface="Golos Text"/>
              <a:cs typeface="Golos Text"/>
              <a:sym typeface="Golos Text"/>
            </a:endParaRPr>
          </a:p>
        </p:txBody>
      </p:sp>
      <p:cxnSp>
        <p:nvCxnSpPr>
          <p:cNvPr id="537" name="Google Shape;537;g1f58dad81a1_0_505"/>
          <p:cNvCxnSpPr>
            <a:stCxn id="535" idx="0"/>
            <a:endCxn id="536" idx="1"/>
          </p:cNvCxnSpPr>
          <p:nvPr/>
        </p:nvCxnSpPr>
        <p:spPr>
          <a:xfrm rot="-5400000">
            <a:off x="2185725" y="1341900"/>
            <a:ext cx="403500" cy="1490100"/>
          </a:xfrm>
          <a:prstGeom prst="curvedConnector3">
            <a:avLst>
              <a:gd fmla="val 179579" name="adj1"/>
            </a:avLst>
          </a:prstGeom>
          <a:noFill/>
          <a:ln cap="flat" cmpd="sng" w="9525">
            <a:solidFill>
              <a:schemeClr val="dk2"/>
            </a:solidFill>
            <a:prstDash val="solid"/>
            <a:round/>
            <a:headEnd len="med" w="med" type="none"/>
            <a:tailEnd len="med" w="med" type="stealth"/>
          </a:ln>
        </p:spPr>
      </p:cxnSp>
      <p:sp>
        <p:nvSpPr>
          <p:cNvPr id="538" name="Google Shape;538;g1f58dad81a1_0_505"/>
          <p:cNvSpPr txBox="1"/>
          <p:nvPr/>
        </p:nvSpPr>
        <p:spPr>
          <a:xfrm>
            <a:off x="2038650" y="1676300"/>
            <a:ext cx="833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1000">
                <a:solidFill>
                  <a:schemeClr val="dk1"/>
                </a:solidFill>
                <a:latin typeface="Golos Text"/>
                <a:ea typeface="Golos Text"/>
                <a:cs typeface="Golos Text"/>
                <a:sym typeface="Golos Text"/>
              </a:rPr>
              <a:t>[, notes</a:t>
            </a:r>
            <a:endParaRPr sz="1000">
              <a:solidFill>
                <a:schemeClr val="dk1"/>
              </a:solidFill>
              <a:latin typeface="Golos Text"/>
              <a:ea typeface="Golos Text"/>
              <a:cs typeface="Golos Text"/>
              <a:sym typeface="Golos Text"/>
            </a:endParaRPr>
          </a:p>
        </p:txBody>
      </p:sp>
      <p:cxnSp>
        <p:nvCxnSpPr>
          <p:cNvPr id="539" name="Google Shape;539;g1f58dad81a1_0_505"/>
          <p:cNvCxnSpPr>
            <a:stCxn id="536" idx="0"/>
            <a:endCxn id="536" idx="7"/>
          </p:cNvCxnSpPr>
          <p:nvPr/>
        </p:nvCxnSpPr>
        <p:spPr>
          <a:xfrm flipH="1" rot="-5400000">
            <a:off x="3425850" y="1732025"/>
            <a:ext cx="82800" cy="223200"/>
          </a:xfrm>
          <a:prstGeom prst="curvedConnector3">
            <a:avLst>
              <a:gd fmla="val -287591" name="adj1"/>
            </a:avLst>
          </a:prstGeom>
          <a:noFill/>
          <a:ln cap="flat" cmpd="sng" w="9525">
            <a:solidFill>
              <a:schemeClr val="dk2"/>
            </a:solidFill>
            <a:prstDash val="solid"/>
            <a:round/>
            <a:headEnd len="med" w="med" type="none"/>
            <a:tailEnd len="med" w="med" type="stealth"/>
          </a:ln>
        </p:spPr>
      </p:cxnSp>
      <p:cxnSp>
        <p:nvCxnSpPr>
          <p:cNvPr id="540" name="Google Shape;540;g1f58dad81a1_0_505"/>
          <p:cNvCxnSpPr>
            <a:stCxn id="536" idx="4"/>
            <a:endCxn id="535" idx="5"/>
          </p:cNvCxnSpPr>
          <p:nvPr/>
        </p:nvCxnSpPr>
        <p:spPr>
          <a:xfrm rot="5400000">
            <a:off x="2408850" y="1825025"/>
            <a:ext cx="403500" cy="1490100"/>
          </a:xfrm>
          <a:prstGeom prst="curvedConnector3">
            <a:avLst>
              <a:gd fmla="val 179579" name="adj1"/>
            </a:avLst>
          </a:prstGeom>
          <a:noFill/>
          <a:ln cap="flat" cmpd="sng" w="9525">
            <a:solidFill>
              <a:schemeClr val="dk2"/>
            </a:solidFill>
            <a:prstDash val="solid"/>
            <a:round/>
            <a:headEnd len="med" w="med" type="none"/>
            <a:tailEnd len="med" w="med" type="stealth"/>
          </a:ln>
        </p:spPr>
      </p:cxnSp>
      <p:sp>
        <p:nvSpPr>
          <p:cNvPr id="541" name="Google Shape;541;g1f58dad81a1_0_505"/>
          <p:cNvSpPr txBox="1"/>
          <p:nvPr/>
        </p:nvSpPr>
        <p:spPr>
          <a:xfrm>
            <a:off x="2216550" y="3140975"/>
            <a:ext cx="994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1000">
                <a:solidFill>
                  <a:schemeClr val="dk1"/>
                </a:solidFill>
                <a:latin typeface="Golos Text"/>
                <a:ea typeface="Golos Text"/>
                <a:cs typeface="Golos Text"/>
                <a:sym typeface="Golos Text"/>
              </a:rPr>
              <a:t>dig -&gt; </a:t>
            </a:r>
            <a:r>
              <a:rPr lang="ru-RU" sz="1000">
                <a:solidFill>
                  <a:schemeClr val="accent1"/>
                </a:solidFill>
                <a:latin typeface="Golos Text"/>
                <a:ea typeface="Golos Text"/>
                <a:cs typeface="Golos Text"/>
                <a:sym typeface="Golos Text"/>
              </a:rPr>
              <a:t>L*</a:t>
            </a:r>
            <a:r>
              <a:rPr lang="ru-RU" sz="1000">
                <a:solidFill>
                  <a:srgbClr val="FF0000"/>
                </a:solidFill>
                <a:latin typeface="Golos Text"/>
                <a:ea typeface="Golos Text"/>
                <a:cs typeface="Golos Text"/>
                <a:sym typeface="Golos Text"/>
              </a:rPr>
              <a:t>dig</a:t>
            </a:r>
            <a:endParaRPr sz="1000">
              <a:solidFill>
                <a:srgbClr val="FF0000"/>
              </a:solidFill>
              <a:latin typeface="Golos Text"/>
              <a:ea typeface="Golos Text"/>
              <a:cs typeface="Golos Text"/>
              <a:sym typeface="Golos Text"/>
            </a:endParaRPr>
          </a:p>
        </p:txBody>
      </p:sp>
      <p:cxnSp>
        <p:nvCxnSpPr>
          <p:cNvPr id="542" name="Google Shape;542;g1f58dad81a1_0_505"/>
          <p:cNvCxnSpPr>
            <a:stCxn id="535" idx="3"/>
            <a:endCxn id="535" idx="2"/>
          </p:cNvCxnSpPr>
          <p:nvPr/>
        </p:nvCxnSpPr>
        <p:spPr>
          <a:xfrm flipH="1" rot="5400000">
            <a:off x="1273118" y="2625647"/>
            <a:ext cx="200100" cy="92400"/>
          </a:xfrm>
          <a:prstGeom prst="curvedConnector4">
            <a:avLst>
              <a:gd fmla="val -160434" name="adj1"/>
              <a:gd fmla="val 357704" name="adj2"/>
            </a:avLst>
          </a:prstGeom>
          <a:noFill/>
          <a:ln cap="flat" cmpd="sng" w="9525">
            <a:solidFill>
              <a:schemeClr val="dk2"/>
            </a:solidFill>
            <a:prstDash val="solid"/>
            <a:round/>
            <a:headEnd len="med" w="med" type="none"/>
            <a:tailEnd len="med" w="med" type="stealth"/>
          </a:ln>
        </p:spPr>
      </p:cxnSp>
      <p:sp>
        <p:nvSpPr>
          <p:cNvPr id="543" name="Google Shape;543;g1f58dad81a1_0_505"/>
          <p:cNvSpPr/>
          <p:nvPr/>
        </p:nvSpPr>
        <p:spPr>
          <a:xfrm>
            <a:off x="4174200" y="2274425"/>
            <a:ext cx="630900" cy="566100"/>
          </a:xfrm>
          <a:prstGeom prst="ellipse">
            <a:avLst/>
          </a:prstGeom>
          <a:solidFill>
            <a:srgbClr val="C9DAF8"/>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RU">
                <a:latin typeface="Golos Text"/>
                <a:ea typeface="Golos Text"/>
                <a:cs typeface="Golos Text"/>
                <a:sym typeface="Golos Text"/>
              </a:rPr>
              <a:t>S3</a:t>
            </a:r>
            <a:endParaRPr>
              <a:latin typeface="Golos Text"/>
              <a:ea typeface="Golos Text"/>
              <a:cs typeface="Golos Text"/>
              <a:sym typeface="Golos Text"/>
            </a:endParaRPr>
          </a:p>
        </p:txBody>
      </p:sp>
      <p:cxnSp>
        <p:nvCxnSpPr>
          <p:cNvPr id="544" name="Google Shape;544;g1f58dad81a1_0_505"/>
          <p:cNvCxnSpPr>
            <a:stCxn id="536" idx="5"/>
            <a:endCxn id="543" idx="2"/>
          </p:cNvCxnSpPr>
          <p:nvPr/>
        </p:nvCxnSpPr>
        <p:spPr>
          <a:xfrm flipH="1" rot="-5400000">
            <a:off x="3740407" y="2123722"/>
            <a:ext cx="272100" cy="595500"/>
          </a:xfrm>
          <a:prstGeom prst="curvedConnector2">
            <a:avLst/>
          </a:prstGeom>
          <a:noFill/>
          <a:ln cap="flat" cmpd="sng" w="9525">
            <a:solidFill>
              <a:schemeClr val="dk2"/>
            </a:solidFill>
            <a:prstDash val="solid"/>
            <a:round/>
            <a:headEnd len="med" w="med" type="none"/>
            <a:tailEnd len="med" w="med" type="stealth"/>
          </a:ln>
        </p:spPr>
      </p:cxnSp>
      <p:sp>
        <p:nvSpPr>
          <p:cNvPr id="545" name="Google Shape;545;g1f58dad81a1_0_505"/>
          <p:cNvSpPr txBox="1"/>
          <p:nvPr/>
        </p:nvSpPr>
        <p:spPr>
          <a:xfrm>
            <a:off x="3632625" y="2133350"/>
            <a:ext cx="264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1000">
                <a:solidFill>
                  <a:schemeClr val="dk1"/>
                </a:solidFill>
                <a:latin typeface="Golos Text"/>
                <a:ea typeface="Golos Text"/>
                <a:cs typeface="Golos Text"/>
                <a:sym typeface="Golos Text"/>
              </a:rPr>
              <a:t>/</a:t>
            </a:r>
            <a:endParaRPr sz="1000">
              <a:solidFill>
                <a:schemeClr val="dk1"/>
              </a:solidFill>
              <a:latin typeface="Golos Text"/>
              <a:ea typeface="Golos Text"/>
              <a:cs typeface="Golos Text"/>
              <a:sym typeface="Golos Text"/>
            </a:endParaRPr>
          </a:p>
        </p:txBody>
      </p:sp>
      <p:cxnSp>
        <p:nvCxnSpPr>
          <p:cNvPr id="546" name="Google Shape;546;g1f58dad81a1_0_505"/>
          <p:cNvCxnSpPr>
            <a:stCxn id="543" idx="2"/>
            <a:endCxn id="535" idx="5"/>
          </p:cNvCxnSpPr>
          <p:nvPr/>
        </p:nvCxnSpPr>
        <p:spPr>
          <a:xfrm flipH="1">
            <a:off x="1865400" y="2557475"/>
            <a:ext cx="2308800" cy="214500"/>
          </a:xfrm>
          <a:prstGeom prst="curvedConnector4">
            <a:avLst>
              <a:gd fmla="val 47997" name="adj1"/>
              <a:gd fmla="val 249627" name="adj2"/>
            </a:avLst>
          </a:prstGeom>
          <a:noFill/>
          <a:ln cap="flat" cmpd="sng" w="9525">
            <a:solidFill>
              <a:schemeClr val="dk2"/>
            </a:solidFill>
            <a:prstDash val="solid"/>
            <a:round/>
            <a:headEnd len="med" w="med" type="none"/>
            <a:tailEnd len="med" w="med" type="none"/>
          </a:ln>
        </p:spPr>
      </p:cxnSp>
      <p:sp>
        <p:nvSpPr>
          <p:cNvPr id="547" name="Google Shape;547;g1f58dad81a1_0_505"/>
          <p:cNvSpPr txBox="1"/>
          <p:nvPr/>
        </p:nvSpPr>
        <p:spPr>
          <a:xfrm>
            <a:off x="3404125" y="2945625"/>
            <a:ext cx="994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1000">
                <a:solidFill>
                  <a:schemeClr val="dk1"/>
                </a:solidFill>
                <a:latin typeface="Golos Text"/>
                <a:ea typeface="Golos Text"/>
                <a:cs typeface="Golos Text"/>
                <a:sym typeface="Golos Text"/>
              </a:rPr>
              <a:t>dig -&gt; </a:t>
            </a:r>
            <a:r>
              <a:rPr lang="ru-RU" sz="1000">
                <a:solidFill>
                  <a:schemeClr val="accent1"/>
                </a:solidFill>
                <a:latin typeface="Golos Text"/>
                <a:ea typeface="Golos Text"/>
                <a:cs typeface="Golos Text"/>
                <a:sym typeface="Golos Text"/>
              </a:rPr>
              <a:t>L/</a:t>
            </a:r>
            <a:r>
              <a:rPr lang="ru-RU" sz="1000">
                <a:solidFill>
                  <a:srgbClr val="FF0000"/>
                </a:solidFill>
                <a:latin typeface="Golos Text"/>
                <a:ea typeface="Golos Text"/>
                <a:cs typeface="Golos Text"/>
                <a:sym typeface="Golos Text"/>
              </a:rPr>
              <a:t>dig</a:t>
            </a:r>
            <a:endParaRPr sz="1000">
              <a:solidFill>
                <a:srgbClr val="FF0000"/>
              </a:solidFill>
              <a:latin typeface="Golos Text"/>
              <a:ea typeface="Golos Text"/>
              <a:cs typeface="Golos Text"/>
              <a:sym typeface="Golos Text"/>
            </a:endParaRPr>
          </a:p>
        </p:txBody>
      </p:sp>
      <p:cxnSp>
        <p:nvCxnSpPr>
          <p:cNvPr id="548" name="Google Shape;548;g1f58dad81a1_0_505"/>
          <p:cNvCxnSpPr>
            <a:stCxn id="536" idx="7"/>
            <a:endCxn id="536" idx="6"/>
          </p:cNvCxnSpPr>
          <p:nvPr/>
        </p:nvCxnSpPr>
        <p:spPr>
          <a:xfrm flipH="1" rot="-5400000">
            <a:off x="3524857" y="1938978"/>
            <a:ext cx="200100" cy="92400"/>
          </a:xfrm>
          <a:prstGeom prst="curvedConnector4">
            <a:avLst>
              <a:gd fmla="val -80561" name="adj1"/>
              <a:gd fmla="val 853997" name="adj2"/>
            </a:avLst>
          </a:prstGeom>
          <a:noFill/>
          <a:ln cap="flat" cmpd="sng" w="9525">
            <a:solidFill>
              <a:schemeClr val="dk2"/>
            </a:solidFill>
            <a:prstDash val="solid"/>
            <a:round/>
            <a:headEnd len="med" w="med" type="none"/>
            <a:tailEnd len="med" w="med" type="stealth"/>
          </a:ln>
        </p:spPr>
      </p:cxnSp>
      <p:sp>
        <p:nvSpPr>
          <p:cNvPr id="549" name="Google Shape;549;g1f58dad81a1_0_505"/>
          <p:cNvSpPr txBox="1"/>
          <p:nvPr/>
        </p:nvSpPr>
        <p:spPr>
          <a:xfrm>
            <a:off x="3618450" y="1720363"/>
            <a:ext cx="714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1000">
                <a:solidFill>
                  <a:schemeClr val="dk1"/>
                </a:solidFill>
                <a:latin typeface="Golos Text"/>
                <a:ea typeface="Golos Text"/>
                <a:cs typeface="Golos Text"/>
                <a:sym typeface="Golos Text"/>
              </a:rPr>
              <a:t>note -&gt; </a:t>
            </a:r>
            <a:r>
              <a:rPr lang="ru-RU" sz="1000">
                <a:solidFill>
                  <a:schemeClr val="accent1"/>
                </a:solidFill>
                <a:latin typeface="Golos Text"/>
                <a:ea typeface="Golos Text"/>
                <a:cs typeface="Golos Text"/>
                <a:sym typeface="Golos Text"/>
              </a:rPr>
              <a:t>L</a:t>
            </a:r>
            <a:endParaRPr sz="1000">
              <a:solidFill>
                <a:srgbClr val="FF0000"/>
              </a:solidFill>
              <a:latin typeface="Golos Text"/>
              <a:ea typeface="Golos Text"/>
              <a:cs typeface="Golos Text"/>
              <a:sym typeface="Golos Text"/>
            </a:endParaRPr>
          </a:p>
        </p:txBody>
      </p:sp>
      <p:sp>
        <p:nvSpPr>
          <p:cNvPr id="550" name="Google Shape;550;g1f58dad81a1_0_505"/>
          <p:cNvSpPr txBox="1"/>
          <p:nvPr/>
        </p:nvSpPr>
        <p:spPr>
          <a:xfrm>
            <a:off x="6519000" y="1780550"/>
            <a:ext cx="2426100" cy="287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ru-RU">
                <a:solidFill>
                  <a:schemeClr val="dk1"/>
                </a:solidFill>
                <a:latin typeface="Golos Text"/>
                <a:ea typeface="Golos Text"/>
                <a:cs typeface="Golos Text"/>
                <a:sym typeface="Golos Text"/>
              </a:rPr>
              <a:t>Выход</a:t>
            </a:r>
            <a:r>
              <a:rPr lang="ru-RU">
                <a:solidFill>
                  <a:schemeClr val="dk1"/>
                </a:solidFill>
                <a:latin typeface="Golos Text"/>
                <a:ea typeface="Golos Text"/>
                <a:cs typeface="Golos Text"/>
                <a:sym typeface="Golos Text"/>
              </a:rPr>
              <a:t>: </a:t>
            </a:r>
            <a:endParaRPr>
              <a:solidFill>
                <a:schemeClr val="dk1"/>
              </a:solidFill>
              <a:latin typeface="Golos Text"/>
              <a:ea typeface="Golos Text"/>
              <a:cs typeface="Golos Text"/>
              <a:sym typeface="Golos Text"/>
            </a:endParaRPr>
          </a:p>
          <a:p>
            <a:pPr indent="-317500" lvl="0" marL="457200" rtl="0" algn="l">
              <a:spcBef>
                <a:spcPts val="0"/>
              </a:spcBef>
              <a:spcAft>
                <a:spcPts val="0"/>
              </a:spcAft>
              <a:buClr>
                <a:schemeClr val="dk1"/>
              </a:buClr>
              <a:buSzPts val="1400"/>
              <a:buFont typeface="Golos Text"/>
              <a:buChar char="-"/>
            </a:pPr>
            <a:r>
              <a:rPr lang="ru-RU">
                <a:solidFill>
                  <a:schemeClr val="dk1"/>
                </a:solidFill>
                <a:latin typeface="Golos Text"/>
                <a:ea typeface="Golos Text"/>
                <a:cs typeface="Golos Text"/>
                <a:sym typeface="Golos Text"/>
              </a:rPr>
              <a:t>L*4</a:t>
            </a:r>
            <a:endParaRPr>
              <a:solidFill>
                <a:schemeClr val="dk1"/>
              </a:solidFill>
              <a:latin typeface="Golos Text"/>
              <a:ea typeface="Golos Text"/>
              <a:cs typeface="Golos Text"/>
              <a:sym typeface="Golos Text"/>
            </a:endParaRPr>
          </a:p>
          <a:p>
            <a:pPr indent="-317500" lvl="0" marL="457200" rtl="0" algn="l">
              <a:spcBef>
                <a:spcPts val="0"/>
              </a:spcBef>
              <a:spcAft>
                <a:spcPts val="0"/>
              </a:spcAft>
              <a:buClr>
                <a:schemeClr val="dk1"/>
              </a:buClr>
              <a:buSzPts val="1400"/>
              <a:buFont typeface="Golos Text"/>
              <a:buChar char="-"/>
            </a:pPr>
            <a:r>
              <a:rPr lang="ru-RU">
                <a:solidFill>
                  <a:schemeClr val="dk1"/>
                </a:solidFill>
                <a:latin typeface="Golos Text"/>
                <a:ea typeface="Golos Text"/>
                <a:cs typeface="Golos Text"/>
                <a:sym typeface="Golos Text"/>
              </a:rPr>
              <a:t>L/2 </a:t>
            </a:r>
            <a:endParaRPr>
              <a:solidFill>
                <a:schemeClr val="dk1"/>
              </a:solidFill>
              <a:latin typeface="Golos Text"/>
              <a:ea typeface="Golos Text"/>
              <a:cs typeface="Golos Text"/>
              <a:sym typeface="Golos Text"/>
            </a:endParaRPr>
          </a:p>
          <a:p>
            <a:pPr indent="-317500" lvl="0" marL="457200" rtl="0" algn="l">
              <a:spcBef>
                <a:spcPts val="0"/>
              </a:spcBef>
              <a:spcAft>
                <a:spcPts val="0"/>
              </a:spcAft>
              <a:buClr>
                <a:schemeClr val="dk1"/>
              </a:buClr>
              <a:buSzPts val="1400"/>
              <a:buFont typeface="Golos Text"/>
              <a:buChar char="-"/>
            </a:pPr>
            <a:r>
              <a:rPr lang="ru-RU">
                <a:solidFill>
                  <a:schemeClr val="dk1"/>
                </a:solidFill>
                <a:latin typeface="Golos Text"/>
                <a:ea typeface="Golos Text"/>
                <a:cs typeface="Golos Text"/>
                <a:sym typeface="Golos Text"/>
              </a:rPr>
              <a:t>L/2</a:t>
            </a:r>
            <a:endParaRPr>
              <a:solidFill>
                <a:schemeClr val="dk1"/>
              </a:solidFill>
              <a:latin typeface="Golos Text"/>
              <a:ea typeface="Golos Text"/>
              <a:cs typeface="Golos Text"/>
              <a:sym typeface="Golos Text"/>
            </a:endParaRPr>
          </a:p>
          <a:p>
            <a:pPr indent="-317500" lvl="0" marL="457200" rtl="0" algn="l">
              <a:spcBef>
                <a:spcPts val="0"/>
              </a:spcBef>
              <a:spcAft>
                <a:spcPts val="0"/>
              </a:spcAft>
              <a:buClr>
                <a:schemeClr val="dk1"/>
              </a:buClr>
              <a:buSzPts val="1400"/>
              <a:buFont typeface="Golos Text"/>
              <a:buChar char="-"/>
            </a:pPr>
            <a:r>
              <a:rPr lang="ru-RU">
                <a:solidFill>
                  <a:schemeClr val="dk1"/>
                </a:solidFill>
                <a:latin typeface="Golos Text"/>
                <a:ea typeface="Golos Text"/>
                <a:cs typeface="Golos Text"/>
                <a:sym typeface="Golos Text"/>
              </a:rPr>
              <a:t>L/2</a:t>
            </a:r>
            <a:endParaRPr>
              <a:solidFill>
                <a:schemeClr val="dk1"/>
              </a:solidFill>
              <a:latin typeface="Golos Text"/>
              <a:ea typeface="Golos Text"/>
              <a:cs typeface="Golos Text"/>
              <a:sym typeface="Golos Text"/>
            </a:endParaRPr>
          </a:p>
          <a:p>
            <a:pPr indent="-317500" lvl="0" marL="457200" rtl="0" algn="l">
              <a:spcBef>
                <a:spcPts val="0"/>
              </a:spcBef>
              <a:spcAft>
                <a:spcPts val="0"/>
              </a:spcAft>
              <a:buClr>
                <a:schemeClr val="dk1"/>
              </a:buClr>
              <a:buSzPts val="1400"/>
              <a:buFont typeface="Golos Text"/>
              <a:buChar char="-"/>
            </a:pPr>
            <a:r>
              <a:rPr lang="ru-RU">
                <a:solidFill>
                  <a:schemeClr val="dk1"/>
                </a:solidFill>
                <a:latin typeface="Golos Text"/>
                <a:ea typeface="Golos Text"/>
                <a:cs typeface="Golos Text"/>
                <a:sym typeface="Golos Text"/>
              </a:rPr>
              <a:t>L/2</a:t>
            </a:r>
            <a:endParaRPr>
              <a:solidFill>
                <a:schemeClr val="dk1"/>
              </a:solidFill>
              <a:latin typeface="Golos Text"/>
              <a:ea typeface="Golos Text"/>
              <a:cs typeface="Golos Text"/>
              <a:sym typeface="Golos Text"/>
            </a:endParaRPr>
          </a:p>
          <a:p>
            <a:pPr indent="-317500" lvl="0" marL="457200" rtl="0" algn="l">
              <a:spcBef>
                <a:spcPts val="0"/>
              </a:spcBef>
              <a:spcAft>
                <a:spcPts val="0"/>
              </a:spcAft>
              <a:buClr>
                <a:schemeClr val="dk1"/>
              </a:buClr>
              <a:buSzPts val="1400"/>
              <a:buFont typeface="Golos Text"/>
              <a:buChar char="-"/>
            </a:pPr>
            <a:r>
              <a:rPr lang="ru-RU">
                <a:solidFill>
                  <a:schemeClr val="dk1"/>
                </a:solidFill>
                <a:latin typeface="Golos Text"/>
                <a:ea typeface="Golos Text"/>
                <a:cs typeface="Golos Text"/>
                <a:sym typeface="Golos Text"/>
              </a:rPr>
              <a:t>L</a:t>
            </a:r>
            <a:endParaRPr>
              <a:solidFill>
                <a:schemeClr val="dk1"/>
              </a:solidFill>
              <a:latin typeface="Golos Text"/>
              <a:ea typeface="Golos Text"/>
              <a:cs typeface="Golos Text"/>
              <a:sym typeface="Golos Text"/>
            </a:endParaRPr>
          </a:p>
          <a:p>
            <a:pPr indent="-317500" lvl="0" marL="457200" rtl="0" algn="l">
              <a:spcBef>
                <a:spcPts val="0"/>
              </a:spcBef>
              <a:spcAft>
                <a:spcPts val="0"/>
              </a:spcAft>
              <a:buClr>
                <a:schemeClr val="dk1"/>
              </a:buClr>
              <a:buSzPts val="1400"/>
              <a:buFont typeface="Golos Text"/>
              <a:buChar char="-"/>
            </a:pPr>
            <a:r>
              <a:rPr lang="ru-RU">
                <a:solidFill>
                  <a:schemeClr val="dk1"/>
                </a:solidFill>
                <a:latin typeface="Golos Text"/>
                <a:ea typeface="Golos Text"/>
                <a:cs typeface="Golos Text"/>
                <a:sym typeface="Golos Text"/>
              </a:rPr>
              <a:t>L</a:t>
            </a:r>
            <a:endParaRPr>
              <a:solidFill>
                <a:schemeClr val="dk1"/>
              </a:solidFill>
              <a:latin typeface="Golos Text"/>
              <a:ea typeface="Golos Text"/>
              <a:cs typeface="Golos Text"/>
              <a:sym typeface="Golos Text"/>
            </a:endParaRPr>
          </a:p>
          <a:p>
            <a:pPr indent="-317500" lvl="0" marL="457200" rtl="0" algn="l">
              <a:spcBef>
                <a:spcPts val="0"/>
              </a:spcBef>
              <a:spcAft>
                <a:spcPts val="0"/>
              </a:spcAft>
              <a:buClr>
                <a:schemeClr val="dk1"/>
              </a:buClr>
              <a:buSzPts val="1400"/>
              <a:buFont typeface="Golos Text"/>
              <a:buChar char="-"/>
            </a:pPr>
            <a:r>
              <a:rPr lang="ru-RU">
                <a:solidFill>
                  <a:schemeClr val="dk1"/>
                </a:solidFill>
                <a:latin typeface="Golos Text"/>
                <a:ea typeface="Golos Text"/>
                <a:cs typeface="Golos Text"/>
                <a:sym typeface="Golos Text"/>
              </a:rPr>
              <a:t>L*2</a:t>
            </a:r>
            <a:endParaRPr>
              <a:solidFill>
                <a:schemeClr val="dk1"/>
              </a:solidFill>
              <a:latin typeface="Golos Text"/>
              <a:ea typeface="Golos Text"/>
              <a:cs typeface="Golos Text"/>
              <a:sym typeface="Golos Text"/>
            </a:endParaRPr>
          </a:p>
          <a:p>
            <a:pPr indent="-317500" lvl="0" marL="457200" rtl="0" algn="l">
              <a:spcBef>
                <a:spcPts val="0"/>
              </a:spcBef>
              <a:spcAft>
                <a:spcPts val="0"/>
              </a:spcAft>
              <a:buClr>
                <a:schemeClr val="dk1"/>
              </a:buClr>
              <a:buSzPts val="1400"/>
              <a:buFont typeface="Golos Text"/>
              <a:buChar char="-"/>
            </a:pPr>
            <a:r>
              <a:rPr lang="ru-RU">
                <a:solidFill>
                  <a:schemeClr val="dk1"/>
                </a:solidFill>
                <a:latin typeface="Golos Text"/>
                <a:ea typeface="Golos Text"/>
                <a:cs typeface="Golos Text"/>
                <a:sym typeface="Golos Text"/>
              </a:rPr>
              <a:t>L*2</a:t>
            </a:r>
            <a:endParaRPr>
              <a:solidFill>
                <a:schemeClr val="dk1"/>
              </a:solidFill>
              <a:latin typeface="Golos Text"/>
              <a:ea typeface="Golos Text"/>
              <a:cs typeface="Golos Text"/>
              <a:sym typeface="Golos Text"/>
            </a:endParaRPr>
          </a:p>
          <a:p>
            <a:pPr indent="-317500" lvl="0" marL="457200" rtl="0" algn="l">
              <a:spcBef>
                <a:spcPts val="0"/>
              </a:spcBef>
              <a:spcAft>
                <a:spcPts val="0"/>
              </a:spcAft>
              <a:buClr>
                <a:schemeClr val="dk1"/>
              </a:buClr>
              <a:buSzPts val="1400"/>
              <a:buFont typeface="Golos Text"/>
              <a:buChar char="-"/>
            </a:pPr>
            <a:r>
              <a:rPr lang="ru-RU">
                <a:solidFill>
                  <a:schemeClr val="dk1"/>
                </a:solidFill>
                <a:latin typeface="Golos Text"/>
                <a:ea typeface="Golos Text"/>
                <a:cs typeface="Golos Text"/>
                <a:sym typeface="Golos Text"/>
              </a:rPr>
              <a:t>L*2 </a:t>
            </a:r>
            <a:endParaRPr>
              <a:solidFill>
                <a:schemeClr val="dk1"/>
              </a:solidFill>
              <a:latin typeface="Golos Text"/>
              <a:ea typeface="Golos Text"/>
              <a:cs typeface="Golos Text"/>
              <a:sym typeface="Golos Text"/>
            </a:endParaRPr>
          </a:p>
          <a:p>
            <a:pPr indent="-317500" lvl="0" marL="457200" rtl="0" algn="l">
              <a:spcBef>
                <a:spcPts val="0"/>
              </a:spcBef>
              <a:spcAft>
                <a:spcPts val="0"/>
              </a:spcAft>
              <a:buClr>
                <a:schemeClr val="dk1"/>
              </a:buClr>
              <a:buSzPts val="1400"/>
              <a:buFont typeface="Golos Text"/>
              <a:buChar char="-"/>
            </a:pPr>
            <a:r>
              <a:rPr lang="ru-RU">
                <a:solidFill>
                  <a:schemeClr val="dk1"/>
                </a:solidFill>
                <a:latin typeface="Golos Text"/>
                <a:ea typeface="Golos Text"/>
                <a:cs typeface="Golos Text"/>
                <a:sym typeface="Golos Text"/>
              </a:rPr>
              <a:t>&gt; </a:t>
            </a:r>
            <a:endParaRPr>
              <a:solidFill>
                <a:schemeClr val="dk1"/>
              </a:solidFill>
              <a:latin typeface="Golos Text"/>
              <a:ea typeface="Golos Text"/>
              <a:cs typeface="Golos Text"/>
              <a:sym typeface="Golos Text"/>
            </a:endParaRPr>
          </a:p>
          <a:p>
            <a:pPr indent="-317500" lvl="0" marL="457200" rtl="0" algn="l">
              <a:spcBef>
                <a:spcPts val="0"/>
              </a:spcBef>
              <a:spcAft>
                <a:spcPts val="0"/>
              </a:spcAft>
              <a:buClr>
                <a:schemeClr val="dk1"/>
              </a:buClr>
              <a:buSzPts val="1400"/>
              <a:buFont typeface="Golos Text"/>
              <a:buChar char="-"/>
            </a:pPr>
            <a:r>
              <a:rPr lang="ru-RU">
                <a:solidFill>
                  <a:schemeClr val="dk1"/>
                </a:solidFill>
                <a:latin typeface="Golos Text"/>
                <a:ea typeface="Golos Text"/>
                <a:cs typeface="Golos Text"/>
                <a:sym typeface="Golos Text"/>
              </a:rPr>
              <a:t>L*2</a:t>
            </a:r>
            <a:endParaRPr>
              <a:solidFill>
                <a:schemeClr val="dk1"/>
              </a:solidFill>
              <a:latin typeface="Golos Text"/>
              <a:ea typeface="Golos Text"/>
              <a:cs typeface="Golos Text"/>
              <a:sym typeface="Golos Text"/>
            </a:endParaRPr>
          </a:p>
        </p:txBody>
      </p:sp>
      <p:cxnSp>
        <p:nvCxnSpPr>
          <p:cNvPr id="551" name="Google Shape;551;g1f58dad81a1_0_505"/>
          <p:cNvCxnSpPr>
            <a:endCxn id="535" idx="2"/>
          </p:cNvCxnSpPr>
          <p:nvPr/>
        </p:nvCxnSpPr>
        <p:spPr>
          <a:xfrm rot="5400000">
            <a:off x="1273125" y="2425500"/>
            <a:ext cx="200100" cy="92400"/>
          </a:xfrm>
          <a:prstGeom prst="curvedConnector4">
            <a:avLst>
              <a:gd fmla="val -190317" name="adj1"/>
              <a:gd fmla="val 357711" name="adj2"/>
            </a:avLst>
          </a:prstGeom>
          <a:noFill/>
          <a:ln cap="flat" cmpd="sng" w="9525">
            <a:solidFill>
              <a:schemeClr val="dk2"/>
            </a:solidFill>
            <a:prstDash val="solid"/>
            <a:round/>
            <a:headEnd len="med" w="med" type="none"/>
            <a:tailEnd len="med" w="med" type="none"/>
          </a:ln>
        </p:spPr>
      </p:cxnSp>
      <p:sp>
        <p:nvSpPr>
          <p:cNvPr id="552" name="Google Shape;552;g1f58dad81a1_0_505"/>
          <p:cNvSpPr txBox="1"/>
          <p:nvPr/>
        </p:nvSpPr>
        <p:spPr>
          <a:xfrm>
            <a:off x="647625" y="1683563"/>
            <a:ext cx="994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1000">
                <a:solidFill>
                  <a:schemeClr val="dk1"/>
                </a:solidFill>
                <a:latin typeface="Golos Text"/>
                <a:ea typeface="Golos Text"/>
                <a:cs typeface="Golos Text"/>
                <a:sym typeface="Golos Text"/>
              </a:rPr>
              <a:t>&gt; -&gt; </a:t>
            </a:r>
            <a:r>
              <a:rPr lang="ru-RU" sz="1000">
                <a:solidFill>
                  <a:schemeClr val="accent1"/>
                </a:solidFill>
                <a:latin typeface="Golos Text"/>
                <a:ea typeface="Golos Text"/>
                <a:cs typeface="Golos Text"/>
                <a:sym typeface="Golos Text"/>
              </a:rPr>
              <a:t>&gt;</a:t>
            </a:r>
            <a:r>
              <a:rPr lang="ru-RU" sz="1000">
                <a:solidFill>
                  <a:schemeClr val="dk1"/>
                </a:solidFill>
                <a:latin typeface="Golos Text"/>
                <a:ea typeface="Golos Text"/>
                <a:cs typeface="Golos Text"/>
                <a:sym typeface="Golos Text"/>
              </a:rPr>
              <a:t>, &lt; -&gt;</a:t>
            </a:r>
            <a:r>
              <a:rPr lang="ru-RU" sz="1000">
                <a:solidFill>
                  <a:schemeClr val="accent1"/>
                </a:solidFill>
                <a:latin typeface="Golos Text"/>
                <a:ea typeface="Golos Text"/>
                <a:cs typeface="Golos Text"/>
                <a:sym typeface="Golos Text"/>
              </a:rPr>
              <a:t> &lt;</a:t>
            </a:r>
            <a:endParaRPr sz="1000">
              <a:solidFill>
                <a:srgbClr val="FF0000"/>
              </a:solidFill>
              <a:latin typeface="Golos Text"/>
              <a:ea typeface="Golos Text"/>
              <a:cs typeface="Golos Text"/>
              <a:sym typeface="Golos Text"/>
            </a:endParaRPr>
          </a:p>
        </p:txBody>
      </p:sp>
      <p:sp>
        <p:nvSpPr>
          <p:cNvPr id="553" name="Google Shape;553;g1f58dad81a1_0_505"/>
          <p:cNvSpPr txBox="1"/>
          <p:nvPr/>
        </p:nvSpPr>
        <p:spPr>
          <a:xfrm>
            <a:off x="591050" y="3947925"/>
            <a:ext cx="56700" cy="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000">
              <a:solidFill>
                <a:schemeClr val="dk1"/>
              </a:solidFill>
              <a:latin typeface="Golos Text"/>
              <a:ea typeface="Golos Text"/>
              <a:cs typeface="Golos Text"/>
              <a:sym typeface="Golos Text"/>
            </a:endParaRPr>
          </a:p>
        </p:txBody>
      </p:sp>
      <p:sp>
        <p:nvSpPr>
          <p:cNvPr id="554" name="Google Shape;554;g1f58dad81a1_0_505"/>
          <p:cNvSpPr txBox="1"/>
          <p:nvPr/>
        </p:nvSpPr>
        <p:spPr>
          <a:xfrm>
            <a:off x="971150" y="4109675"/>
            <a:ext cx="4116300" cy="67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ru-RU" sz="2000">
                <a:solidFill>
                  <a:schemeClr val="dk1"/>
                </a:solidFill>
                <a:latin typeface="Golos Text"/>
                <a:ea typeface="Golos Text"/>
                <a:cs typeface="Golos Text"/>
                <a:sym typeface="Golos Text"/>
              </a:rPr>
              <a:t>Опц.ДЗ</a:t>
            </a:r>
            <a:r>
              <a:rPr lang="ru-RU" sz="2000">
                <a:solidFill>
                  <a:schemeClr val="dk1"/>
                </a:solidFill>
                <a:latin typeface="Golos Text"/>
                <a:ea typeface="Golos Text"/>
                <a:cs typeface="Golos Text"/>
                <a:sym typeface="Golos Text"/>
              </a:rPr>
              <a:t>: доработать автомат</a:t>
            </a:r>
            <a:endParaRPr sz="2000">
              <a:solidFill>
                <a:schemeClr val="dk1"/>
              </a:solidFill>
              <a:latin typeface="Golos Text"/>
              <a:ea typeface="Golos Text"/>
              <a:cs typeface="Golos Text"/>
              <a:sym typeface="Golos Text"/>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g1f58dad81a1_0_108"/>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3200"/>
              <a:buNone/>
            </a:pPr>
            <a:r>
              <a:rPr b="0" lang="ru-RU" sz="2200">
                <a:latin typeface="Golos Text"/>
                <a:ea typeface="Golos Text"/>
                <a:cs typeface="Golos Text"/>
                <a:sym typeface="Golos Text"/>
              </a:rPr>
              <a:t>Прошу вас заполнить форму …</a:t>
            </a:r>
            <a:endParaRPr/>
          </a:p>
        </p:txBody>
      </p:sp>
      <p:sp>
        <p:nvSpPr>
          <p:cNvPr id="560" name="Google Shape;560;g1f58dad81a1_0_10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sp>
        <p:nvSpPr>
          <p:cNvPr id="561" name="Google Shape;561;g1f58dad81a1_0_108"/>
          <p:cNvSpPr txBox="1"/>
          <p:nvPr/>
        </p:nvSpPr>
        <p:spPr>
          <a:xfrm>
            <a:off x="1639950" y="2027875"/>
            <a:ext cx="58641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2400" u="sng">
                <a:solidFill>
                  <a:schemeClr val="hlink"/>
                </a:solidFill>
                <a:hlinkClick r:id="rId3"/>
              </a:rPr>
              <a:t>https://docs.google.com/forms/d/e/1FAIpQLSeZ2uO7I1noLJ-T1eUKrFDsGXstyIecG9mYisfXp3oJJ2imtQ/viewform</a:t>
            </a:r>
            <a:r>
              <a:rPr lang="ru-RU" sz="2400"/>
              <a:t>  </a:t>
            </a:r>
            <a:endParaRPr sz="24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g1f58dad81a1_0_129"/>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3200"/>
              <a:buNone/>
            </a:pPr>
            <a:r>
              <a:rPr b="0" lang="ru-RU" sz="2200">
                <a:latin typeface="Golos Text"/>
                <a:ea typeface="Golos Text"/>
                <a:cs typeface="Golos Text"/>
                <a:sym typeface="Golos Text"/>
              </a:rPr>
              <a:t>Подведение итогов</a:t>
            </a:r>
            <a:endParaRPr/>
          </a:p>
        </p:txBody>
      </p:sp>
      <p:sp>
        <p:nvSpPr>
          <p:cNvPr id="567" name="Google Shape;567;g1f58dad81a1_0_12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sp>
        <p:nvSpPr>
          <p:cNvPr id="568" name="Google Shape;568;g1f58dad81a1_0_129"/>
          <p:cNvSpPr txBox="1"/>
          <p:nvPr/>
        </p:nvSpPr>
        <p:spPr>
          <a:xfrm>
            <a:off x="1184365" y="1251173"/>
            <a:ext cx="7489500" cy="3498600"/>
          </a:xfrm>
          <a:prstGeom prst="rect">
            <a:avLst/>
          </a:prstGeom>
          <a:noFill/>
          <a:ln>
            <a:noFill/>
          </a:ln>
        </p:spPr>
        <p:txBody>
          <a:bodyPr anchorCtr="0" anchor="t" bIns="91425" lIns="91425" spcFirstLastPara="1" rIns="91425" wrap="square" tIns="91425">
            <a:normAutofit fontScale="77500"/>
          </a:bodyPr>
          <a:lstStyle/>
          <a:p>
            <a:pPr indent="0" lvl="0" marL="0" rtl="0" algn="just">
              <a:lnSpc>
                <a:spcPct val="115000"/>
              </a:lnSpc>
              <a:spcBef>
                <a:spcPts val="0"/>
              </a:spcBef>
              <a:spcAft>
                <a:spcPts val="0"/>
              </a:spcAft>
              <a:buNone/>
            </a:pPr>
            <a:r>
              <a:rPr lang="ru-RU" sz="1800">
                <a:solidFill>
                  <a:srgbClr val="FFFFFF"/>
                </a:solidFill>
                <a:latin typeface="Lato"/>
                <a:ea typeface="Lato"/>
                <a:cs typeface="Lato"/>
                <a:sym typeface="Lato"/>
              </a:rPr>
              <a:t>-</a:t>
            </a:r>
            <a:r>
              <a:rPr lang="ru-RU" sz="1800">
                <a:solidFill>
                  <a:srgbClr val="00B050"/>
                </a:solidFill>
                <a:latin typeface="Lato"/>
                <a:ea typeface="Lato"/>
                <a:cs typeface="Lato"/>
                <a:sym typeface="Lato"/>
              </a:rPr>
              <a:t> Вычислительное музыковедение</a:t>
            </a:r>
            <a:r>
              <a:rPr lang="ru-RU" sz="1800">
                <a:solidFill>
                  <a:schemeClr val="dk1"/>
                </a:solidFill>
                <a:latin typeface="Lato"/>
                <a:ea typeface="Lato"/>
                <a:cs typeface="Lato"/>
                <a:sym typeface="Lato"/>
              </a:rPr>
              <a:t> (Computational Musicology &amp; Music Information Retrieval)– </a:t>
            </a:r>
            <a:r>
              <a:rPr lang="ru-RU" sz="1800">
                <a:solidFill>
                  <a:srgbClr val="FF00FF"/>
                </a:solidFill>
                <a:latin typeface="Lato"/>
                <a:ea typeface="Lato"/>
                <a:cs typeface="Lato"/>
                <a:sym typeface="Lato"/>
              </a:rPr>
              <a:t>междисциплинарная</a:t>
            </a:r>
            <a:r>
              <a:rPr lang="ru-RU" sz="1800">
                <a:solidFill>
                  <a:schemeClr val="dk1"/>
                </a:solidFill>
                <a:latin typeface="Lato"/>
                <a:ea typeface="Lato"/>
                <a:cs typeface="Lato"/>
                <a:sym typeface="Lato"/>
              </a:rPr>
              <a:t> наука, изучающая обработку музыки в широком смысле, моделирование и анализ с применением вычислительных методов и построении вспомогательных систем.</a:t>
            </a:r>
            <a:endParaRPr sz="1800">
              <a:solidFill>
                <a:schemeClr val="dk1"/>
              </a:solidFill>
              <a:latin typeface="Lato"/>
              <a:ea typeface="Lato"/>
              <a:cs typeface="Lato"/>
              <a:sym typeface="Lato"/>
            </a:endParaRPr>
          </a:p>
          <a:p>
            <a:pPr indent="0" lvl="0" marL="0" rtl="0" algn="just">
              <a:lnSpc>
                <a:spcPct val="115000"/>
              </a:lnSpc>
              <a:spcBef>
                <a:spcPts val="1200"/>
              </a:spcBef>
              <a:spcAft>
                <a:spcPts val="0"/>
              </a:spcAft>
              <a:buNone/>
            </a:pPr>
            <a:r>
              <a:rPr lang="ru-RU" sz="1800">
                <a:solidFill>
                  <a:schemeClr val="dk1"/>
                </a:solidFill>
                <a:latin typeface="Lato"/>
                <a:ea typeface="Lato"/>
                <a:cs typeface="Lato"/>
                <a:sym typeface="Lato"/>
              </a:rPr>
              <a:t>- Если захотим решать задачи анализа музыки в </a:t>
            </a:r>
            <a:r>
              <a:rPr lang="ru-RU" sz="1800">
                <a:solidFill>
                  <a:srgbClr val="00B050"/>
                </a:solidFill>
                <a:latin typeface="Lato"/>
                <a:ea typeface="Lato"/>
                <a:cs typeface="Lato"/>
                <a:sym typeface="Lato"/>
              </a:rPr>
              <a:t>символьном формате </a:t>
            </a:r>
            <a:r>
              <a:rPr lang="ru-RU" sz="1800">
                <a:solidFill>
                  <a:schemeClr val="dk1"/>
                </a:solidFill>
                <a:latin typeface="Lato"/>
                <a:ea typeface="Lato"/>
                <a:cs typeface="Lato"/>
                <a:sym typeface="Lato"/>
              </a:rPr>
              <a:t>(ноты и пр.) – </a:t>
            </a:r>
            <a:r>
              <a:rPr lang="ru-RU" sz="1800">
                <a:solidFill>
                  <a:srgbClr val="FF00FF"/>
                </a:solidFill>
                <a:latin typeface="Lato"/>
                <a:ea typeface="Lato"/>
                <a:cs typeface="Lato"/>
                <a:sym typeface="Lato"/>
              </a:rPr>
              <a:t>математическая и вычислительная лингвистика</a:t>
            </a:r>
            <a:r>
              <a:rPr lang="ru-RU" sz="1800">
                <a:solidFill>
                  <a:schemeClr val="dk1"/>
                </a:solidFill>
                <a:latin typeface="Lato"/>
                <a:ea typeface="Lato"/>
                <a:cs typeface="Lato"/>
                <a:sym typeface="Lato"/>
              </a:rPr>
              <a:t> в помощь! Построение Music Language Model позволяет активно решать эти задачи.</a:t>
            </a:r>
            <a:endParaRPr sz="1300">
              <a:solidFill>
                <a:schemeClr val="dk1"/>
              </a:solidFill>
              <a:latin typeface="Lato"/>
              <a:ea typeface="Lato"/>
              <a:cs typeface="Lato"/>
              <a:sym typeface="Lato"/>
            </a:endParaRPr>
          </a:p>
          <a:p>
            <a:pPr indent="0" lvl="0" marL="0" rtl="0" algn="just">
              <a:lnSpc>
                <a:spcPct val="115000"/>
              </a:lnSpc>
              <a:spcBef>
                <a:spcPts val="1200"/>
              </a:spcBef>
              <a:spcAft>
                <a:spcPts val="0"/>
              </a:spcAft>
              <a:buNone/>
            </a:pPr>
            <a:r>
              <a:rPr lang="ru-RU" sz="1800">
                <a:solidFill>
                  <a:schemeClr val="dk1"/>
                </a:solidFill>
                <a:latin typeface="Lato"/>
                <a:ea typeface="Lato"/>
                <a:cs typeface="Lato"/>
                <a:sym typeface="Lato"/>
              </a:rPr>
              <a:t>- Если хотим решать задачи анализа музыки в</a:t>
            </a:r>
            <a:r>
              <a:rPr lang="ru-RU" sz="1800">
                <a:solidFill>
                  <a:srgbClr val="FFFFFF"/>
                </a:solidFill>
                <a:latin typeface="Lato"/>
                <a:ea typeface="Lato"/>
                <a:cs typeface="Lato"/>
                <a:sym typeface="Lato"/>
              </a:rPr>
              <a:t> </a:t>
            </a:r>
            <a:r>
              <a:rPr lang="ru-RU" sz="1800">
                <a:solidFill>
                  <a:srgbClr val="00B050"/>
                </a:solidFill>
                <a:latin typeface="Lato"/>
                <a:ea typeface="Lato"/>
                <a:cs typeface="Lato"/>
                <a:sym typeface="Lato"/>
              </a:rPr>
              <a:t>звуковом формате </a:t>
            </a:r>
            <a:r>
              <a:rPr lang="ru-RU" sz="1800">
                <a:solidFill>
                  <a:srgbClr val="FFFFFF"/>
                </a:solidFill>
                <a:latin typeface="Lato"/>
                <a:ea typeface="Lato"/>
                <a:cs typeface="Lato"/>
                <a:sym typeface="Lato"/>
              </a:rPr>
              <a:t>– </a:t>
            </a:r>
            <a:r>
              <a:rPr lang="ru-RU" sz="1800">
                <a:solidFill>
                  <a:srgbClr val="FF00FF"/>
                </a:solidFill>
                <a:latin typeface="Lato"/>
                <a:ea typeface="Lato"/>
                <a:cs typeface="Lato"/>
                <a:sym typeface="Lato"/>
              </a:rPr>
              <a:t>Цифровая Обработка Сигналов </a:t>
            </a:r>
            <a:r>
              <a:rPr lang="ru-RU" sz="1800">
                <a:solidFill>
                  <a:schemeClr val="dk1"/>
                </a:solidFill>
                <a:latin typeface="Lato"/>
                <a:ea typeface="Lato"/>
                <a:cs typeface="Lato"/>
                <a:sym typeface="Lato"/>
              </a:rPr>
              <a:t>наше все! Акустические признаки, фильтры и алгоритмы. </a:t>
            </a:r>
            <a:endParaRPr sz="1300">
              <a:solidFill>
                <a:schemeClr val="dk1"/>
              </a:solidFill>
              <a:latin typeface="Lato"/>
              <a:ea typeface="Lato"/>
              <a:cs typeface="Lato"/>
              <a:sym typeface="Lato"/>
            </a:endParaRPr>
          </a:p>
          <a:p>
            <a:pPr indent="0" lvl="0" marL="0" rtl="0" algn="just">
              <a:lnSpc>
                <a:spcPct val="115000"/>
              </a:lnSpc>
              <a:spcBef>
                <a:spcPts val="1200"/>
              </a:spcBef>
              <a:spcAft>
                <a:spcPts val="0"/>
              </a:spcAft>
              <a:buNone/>
            </a:pPr>
            <a:r>
              <a:rPr lang="ru-RU" sz="1800">
                <a:solidFill>
                  <a:schemeClr val="dk1"/>
                </a:solidFill>
                <a:latin typeface="Lato"/>
                <a:ea typeface="Lato"/>
                <a:cs typeface="Lato"/>
                <a:sym typeface="Lato"/>
              </a:rPr>
              <a:t>- Современные</a:t>
            </a:r>
            <a:r>
              <a:rPr lang="ru-RU" sz="1800">
                <a:solidFill>
                  <a:srgbClr val="FFFFFF"/>
                </a:solidFill>
                <a:latin typeface="Lato"/>
                <a:ea typeface="Lato"/>
                <a:cs typeface="Lato"/>
                <a:sym typeface="Lato"/>
              </a:rPr>
              <a:t> </a:t>
            </a:r>
            <a:r>
              <a:rPr lang="ru-RU" sz="1800">
                <a:solidFill>
                  <a:srgbClr val="00B050"/>
                </a:solidFill>
                <a:latin typeface="Lato"/>
                <a:ea typeface="Lato"/>
                <a:cs typeface="Lato"/>
                <a:sym typeface="Lato"/>
              </a:rPr>
              <a:t>MIR-модели </a:t>
            </a:r>
            <a:r>
              <a:rPr lang="ru-RU" sz="1800">
                <a:solidFill>
                  <a:srgbClr val="FFFFFF"/>
                </a:solidFill>
                <a:latin typeface="Lato"/>
                <a:ea typeface="Lato"/>
                <a:cs typeface="Lato"/>
                <a:sym typeface="Lato"/>
              </a:rPr>
              <a:t>– </a:t>
            </a:r>
            <a:r>
              <a:rPr lang="ru-RU" sz="1800">
                <a:solidFill>
                  <a:srgbClr val="FF00FF"/>
                </a:solidFill>
                <a:latin typeface="Lato"/>
                <a:ea typeface="Lato"/>
                <a:cs typeface="Lato"/>
                <a:sym typeface="Lato"/>
              </a:rPr>
              <a:t>ML-модели</a:t>
            </a:r>
            <a:r>
              <a:rPr lang="ru-RU" sz="1800">
                <a:solidFill>
                  <a:schemeClr val="dk1"/>
                </a:solidFill>
                <a:latin typeface="Lato"/>
                <a:ea typeface="Lato"/>
                <a:cs typeface="Lato"/>
                <a:sym typeface="Lato"/>
              </a:rPr>
              <a:t>! </a:t>
            </a:r>
            <a:endParaRPr sz="1300">
              <a:solidFill>
                <a:schemeClr val="dk1"/>
              </a:solidFill>
              <a:latin typeface="Lato"/>
              <a:ea typeface="Lato"/>
              <a:cs typeface="Lato"/>
              <a:sym typeface="Lato"/>
            </a:endParaRPr>
          </a:p>
          <a:p>
            <a:pPr indent="0" lvl="0" marL="0" rtl="0" algn="just">
              <a:lnSpc>
                <a:spcPct val="115000"/>
              </a:lnSpc>
              <a:spcBef>
                <a:spcPts val="1200"/>
              </a:spcBef>
              <a:spcAft>
                <a:spcPts val="1200"/>
              </a:spcAft>
              <a:buNone/>
            </a:pPr>
            <a:r>
              <a:rPr lang="ru-RU" sz="1800">
                <a:solidFill>
                  <a:srgbClr val="FFFFFF"/>
                </a:solidFill>
                <a:latin typeface="Lato"/>
                <a:ea typeface="Lato"/>
                <a:cs typeface="Lato"/>
                <a:sym typeface="Lato"/>
              </a:rPr>
              <a:t>-</a:t>
            </a:r>
            <a:r>
              <a:rPr lang="ru-RU" sz="1800">
                <a:solidFill>
                  <a:srgbClr val="00B050"/>
                </a:solidFill>
                <a:latin typeface="Lato"/>
                <a:ea typeface="Lato"/>
                <a:cs typeface="Lato"/>
                <a:sym typeface="Lato"/>
              </a:rPr>
              <a:t> Речевые технологии</a:t>
            </a:r>
            <a:r>
              <a:rPr lang="ru-RU" sz="1800">
                <a:solidFill>
                  <a:schemeClr val="dk1"/>
                </a:solidFill>
                <a:latin typeface="Lato"/>
                <a:ea typeface="Lato"/>
                <a:cs typeface="Lato"/>
                <a:sym typeface="Lato"/>
              </a:rPr>
              <a:t> – главные соседи и </a:t>
            </a:r>
            <a:r>
              <a:rPr lang="ru-RU" sz="1800">
                <a:solidFill>
                  <a:srgbClr val="FF00FF"/>
                </a:solidFill>
                <a:latin typeface="Lato"/>
                <a:ea typeface="Lato"/>
                <a:cs typeface="Lato"/>
                <a:sym typeface="Lato"/>
              </a:rPr>
              <a:t>друзья музыкальных технологий. </a:t>
            </a:r>
            <a:endParaRPr sz="1300">
              <a:solidFill>
                <a:srgbClr val="FF00FF"/>
              </a:solidFill>
              <a:latin typeface="Lato"/>
              <a:ea typeface="Lato"/>
              <a:cs typeface="Lato"/>
              <a:sym typeface="Lato"/>
            </a:endParaRPr>
          </a:p>
        </p:txBody>
      </p:sp>
      <p:pic>
        <p:nvPicPr>
          <p:cNvPr descr="Робот" id="569" name="Google Shape;569;g1f58dad81a1_0_129"/>
          <p:cNvPicPr preferRelativeResize="0"/>
          <p:nvPr/>
        </p:nvPicPr>
        <p:blipFill rotWithShape="1">
          <a:blip r:embed="rId3">
            <a:alphaModFix/>
          </a:blip>
          <a:srcRect b="0" l="0" r="0" t="0"/>
          <a:stretch/>
        </p:blipFill>
        <p:spPr>
          <a:xfrm>
            <a:off x="32112" y="3316200"/>
            <a:ext cx="1152253" cy="1152253"/>
          </a:xfrm>
          <a:prstGeom prst="rect">
            <a:avLst/>
          </a:prstGeom>
          <a:noFill/>
          <a:ln>
            <a:noFill/>
          </a:ln>
        </p:spPr>
      </p:pic>
      <p:pic>
        <p:nvPicPr>
          <p:cNvPr descr="Нотная запись" id="570" name="Google Shape;570;g1f58dad81a1_0_129"/>
          <p:cNvPicPr preferRelativeResize="0"/>
          <p:nvPr/>
        </p:nvPicPr>
        <p:blipFill rotWithShape="1">
          <a:blip r:embed="rId4">
            <a:alphaModFix/>
          </a:blip>
          <a:srcRect b="0" l="0" r="0" t="0"/>
          <a:stretch/>
        </p:blipFill>
        <p:spPr>
          <a:xfrm>
            <a:off x="151038" y="1249547"/>
            <a:ext cx="914400" cy="914400"/>
          </a:xfrm>
          <a:prstGeom prst="rect">
            <a:avLst/>
          </a:prstGeom>
          <a:noFill/>
          <a:ln>
            <a:noFill/>
          </a:ln>
        </p:spPr>
      </p:pic>
      <p:pic>
        <p:nvPicPr>
          <p:cNvPr descr="Скрипичный ключ" id="571" name="Google Shape;571;g1f58dad81a1_0_129"/>
          <p:cNvPicPr preferRelativeResize="0"/>
          <p:nvPr/>
        </p:nvPicPr>
        <p:blipFill rotWithShape="1">
          <a:blip r:embed="rId5">
            <a:alphaModFix/>
          </a:blip>
          <a:srcRect b="0" l="0" r="0" t="0"/>
          <a:stretch/>
        </p:blipFill>
        <p:spPr>
          <a:xfrm>
            <a:off x="151038" y="2282873"/>
            <a:ext cx="914400" cy="9144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g1f58dad81a1_0_143"/>
          <p:cNvSpPr txBox="1"/>
          <p:nvPr>
            <p:ph type="title"/>
          </p:nvPr>
        </p:nvSpPr>
        <p:spPr>
          <a:xfrm>
            <a:off x="457200" y="306435"/>
            <a:ext cx="6291900" cy="527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3200"/>
              <a:buNone/>
            </a:pPr>
            <a:r>
              <a:rPr b="0" lang="ru-RU" sz="2200">
                <a:latin typeface="Golos Text"/>
                <a:ea typeface="Golos Text"/>
                <a:cs typeface="Golos Text"/>
                <a:sym typeface="Golos Text"/>
              </a:rPr>
              <a:t>Подведение итогов</a:t>
            </a:r>
            <a:endParaRPr/>
          </a:p>
        </p:txBody>
      </p:sp>
      <p:sp>
        <p:nvSpPr>
          <p:cNvPr id="577" name="Google Shape;577;g1f58dad81a1_0_14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sp>
        <p:nvSpPr>
          <p:cNvPr id="578" name="Google Shape;578;g1f58dad81a1_0_143"/>
          <p:cNvSpPr txBox="1"/>
          <p:nvPr/>
        </p:nvSpPr>
        <p:spPr>
          <a:xfrm>
            <a:off x="176675" y="1053875"/>
            <a:ext cx="8766000" cy="357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2000">
                <a:solidFill>
                  <a:schemeClr val="dk1"/>
                </a:solidFill>
                <a:latin typeface="Golos Text"/>
                <a:ea typeface="Golos Text"/>
                <a:cs typeface="Golos Text"/>
                <a:sym typeface="Golos Text"/>
              </a:rPr>
              <a:t>За время выполнения практических заданий Вам </a:t>
            </a:r>
            <a:r>
              <a:rPr b="1" lang="ru-RU" sz="2000">
                <a:solidFill>
                  <a:schemeClr val="dk1"/>
                </a:solidFill>
                <a:latin typeface="Golos Text"/>
                <a:ea typeface="Golos Text"/>
                <a:cs typeface="Golos Text"/>
                <a:sym typeface="Golos Text"/>
              </a:rPr>
              <a:t>удалось</a:t>
            </a:r>
            <a:r>
              <a:rPr lang="ru-RU" sz="2000">
                <a:solidFill>
                  <a:schemeClr val="dk1"/>
                </a:solidFill>
                <a:latin typeface="Golos Text"/>
                <a:ea typeface="Golos Text"/>
                <a:cs typeface="Golos Text"/>
                <a:sym typeface="Golos Text"/>
              </a:rPr>
              <a:t>:</a:t>
            </a:r>
            <a:endParaRPr sz="2000">
              <a:solidFill>
                <a:schemeClr val="dk1"/>
              </a:solidFill>
              <a:latin typeface="Golos Text"/>
              <a:ea typeface="Golos Text"/>
              <a:cs typeface="Golos Text"/>
              <a:sym typeface="Golos Text"/>
            </a:endParaRPr>
          </a:p>
          <a:p>
            <a:pPr indent="-355600" lvl="0" marL="457200" rtl="0" algn="l">
              <a:spcBef>
                <a:spcPts val="0"/>
              </a:spcBef>
              <a:spcAft>
                <a:spcPts val="0"/>
              </a:spcAft>
              <a:buClr>
                <a:schemeClr val="dk1"/>
              </a:buClr>
              <a:buSzPts val="2000"/>
              <a:buFont typeface="Golos Text"/>
              <a:buChar char="-"/>
            </a:pPr>
            <a:r>
              <a:rPr lang="ru-RU" sz="2000">
                <a:solidFill>
                  <a:schemeClr val="dk1"/>
                </a:solidFill>
                <a:latin typeface="Golos Text"/>
                <a:ea typeface="Golos Text"/>
                <a:cs typeface="Golos Text"/>
                <a:sym typeface="Golos Text"/>
              </a:rPr>
              <a:t>Применить методы ЦОС для</a:t>
            </a:r>
            <a:r>
              <a:rPr lang="ru-RU" sz="2000" u="sng">
                <a:solidFill>
                  <a:schemeClr val="dk1"/>
                </a:solidFill>
                <a:latin typeface="Golos Text"/>
                <a:ea typeface="Golos Text"/>
                <a:cs typeface="Golos Text"/>
                <a:sym typeface="Golos Text"/>
              </a:rPr>
              <a:t> обработки музыкальных сигналов</a:t>
            </a:r>
            <a:r>
              <a:rPr lang="ru-RU" sz="2000">
                <a:solidFill>
                  <a:schemeClr val="dk1"/>
                </a:solidFill>
                <a:latin typeface="Golos Text"/>
                <a:ea typeface="Golos Text"/>
                <a:cs typeface="Golos Text"/>
                <a:sym typeface="Golos Text"/>
              </a:rPr>
              <a:t> и извлечь акустические признаки (ЛР1, ЛР2). </a:t>
            </a:r>
            <a:endParaRPr sz="2000">
              <a:solidFill>
                <a:schemeClr val="dk1"/>
              </a:solidFill>
              <a:latin typeface="Golos Text"/>
              <a:ea typeface="Golos Text"/>
              <a:cs typeface="Golos Text"/>
              <a:sym typeface="Golos Text"/>
            </a:endParaRPr>
          </a:p>
          <a:p>
            <a:pPr indent="-355600" lvl="0" marL="457200" rtl="0" algn="l">
              <a:spcBef>
                <a:spcPts val="0"/>
              </a:spcBef>
              <a:spcAft>
                <a:spcPts val="0"/>
              </a:spcAft>
              <a:buClr>
                <a:schemeClr val="dk1"/>
              </a:buClr>
              <a:buSzPts val="2000"/>
              <a:buFont typeface="Golos Text"/>
              <a:buChar char="-"/>
            </a:pPr>
            <a:r>
              <a:rPr lang="ru-RU" sz="2000">
                <a:solidFill>
                  <a:schemeClr val="dk1"/>
                </a:solidFill>
                <a:latin typeface="Golos Text"/>
                <a:ea typeface="Golos Text"/>
                <a:cs typeface="Golos Text"/>
                <a:sym typeface="Golos Text"/>
              </a:rPr>
              <a:t>Создать собственную систему </a:t>
            </a:r>
            <a:r>
              <a:rPr lang="ru-RU" sz="2000" u="sng">
                <a:solidFill>
                  <a:schemeClr val="dk1"/>
                </a:solidFill>
                <a:latin typeface="Golos Text"/>
                <a:ea typeface="Golos Text"/>
                <a:cs typeface="Golos Text"/>
                <a:sym typeface="Golos Text"/>
              </a:rPr>
              <a:t>музыкальной транскрипции</a:t>
            </a:r>
            <a:r>
              <a:rPr lang="ru-RU" sz="2000">
                <a:solidFill>
                  <a:schemeClr val="dk1"/>
                </a:solidFill>
                <a:latin typeface="Golos Text"/>
                <a:ea typeface="Golos Text"/>
                <a:cs typeface="Golos Text"/>
                <a:sym typeface="Golos Text"/>
              </a:rPr>
              <a:t>, хоть и простую monophonic (ЛР4).</a:t>
            </a:r>
            <a:endParaRPr sz="2000">
              <a:solidFill>
                <a:schemeClr val="dk1"/>
              </a:solidFill>
              <a:latin typeface="Golos Text"/>
              <a:ea typeface="Golos Text"/>
              <a:cs typeface="Golos Text"/>
              <a:sym typeface="Golos Text"/>
            </a:endParaRPr>
          </a:p>
          <a:p>
            <a:pPr indent="-355600" lvl="0" marL="457200" rtl="0" algn="l">
              <a:spcBef>
                <a:spcPts val="0"/>
              </a:spcBef>
              <a:spcAft>
                <a:spcPts val="0"/>
              </a:spcAft>
              <a:buClr>
                <a:schemeClr val="dk1"/>
              </a:buClr>
              <a:buSzPts val="2000"/>
              <a:buFont typeface="Golos Text"/>
              <a:buChar char="-"/>
            </a:pPr>
            <a:r>
              <a:rPr lang="ru-RU" sz="2000">
                <a:solidFill>
                  <a:schemeClr val="dk1"/>
                </a:solidFill>
                <a:latin typeface="Golos Text"/>
                <a:ea typeface="Golos Text"/>
                <a:cs typeface="Golos Text"/>
                <a:sym typeface="Golos Text"/>
              </a:rPr>
              <a:t>Создать </a:t>
            </a:r>
            <a:r>
              <a:rPr lang="ru-RU" sz="2000">
                <a:solidFill>
                  <a:schemeClr val="dk1"/>
                </a:solidFill>
                <a:latin typeface="Golos Text"/>
                <a:ea typeface="Golos Text"/>
                <a:cs typeface="Golos Text"/>
                <a:sym typeface="Golos Text"/>
              </a:rPr>
              <a:t>собственную систему </a:t>
            </a:r>
            <a:r>
              <a:rPr lang="ru-RU" sz="2000" u="sng">
                <a:solidFill>
                  <a:schemeClr val="dk1"/>
                </a:solidFill>
                <a:latin typeface="Golos Text"/>
                <a:ea typeface="Golos Text"/>
                <a:cs typeface="Golos Text"/>
                <a:sym typeface="Golos Text"/>
              </a:rPr>
              <a:t>музыкального поиска</a:t>
            </a:r>
            <a:r>
              <a:rPr lang="ru-RU" sz="2000">
                <a:solidFill>
                  <a:schemeClr val="dk1"/>
                </a:solidFill>
                <a:latin typeface="Golos Text"/>
                <a:ea typeface="Golos Text"/>
                <a:cs typeface="Golos Text"/>
                <a:sym typeface="Golos Text"/>
              </a:rPr>
              <a:t> на основе LSH алгоритма и Chroma STFT (ЛР7). </a:t>
            </a:r>
            <a:endParaRPr sz="2000">
              <a:solidFill>
                <a:schemeClr val="dk1"/>
              </a:solidFill>
              <a:latin typeface="Golos Text"/>
              <a:ea typeface="Golos Text"/>
              <a:cs typeface="Golos Text"/>
              <a:sym typeface="Golos Text"/>
            </a:endParaRPr>
          </a:p>
          <a:p>
            <a:pPr indent="-355600" lvl="0" marL="457200" rtl="0" algn="l">
              <a:spcBef>
                <a:spcPts val="0"/>
              </a:spcBef>
              <a:spcAft>
                <a:spcPts val="0"/>
              </a:spcAft>
              <a:buClr>
                <a:schemeClr val="dk1"/>
              </a:buClr>
              <a:buSzPts val="2000"/>
              <a:buFont typeface="Golos Text"/>
              <a:buChar char="-"/>
            </a:pPr>
            <a:r>
              <a:rPr lang="ru-RU" sz="2000" u="sng">
                <a:solidFill>
                  <a:schemeClr val="dk1"/>
                </a:solidFill>
                <a:latin typeface="Golos Text"/>
                <a:ea typeface="Golos Text"/>
                <a:cs typeface="Golos Text"/>
                <a:sym typeface="Golos Text"/>
              </a:rPr>
              <a:t>Визуализировать</a:t>
            </a:r>
            <a:r>
              <a:rPr lang="ru-RU" sz="2000">
                <a:solidFill>
                  <a:schemeClr val="dk1"/>
                </a:solidFill>
                <a:latin typeface="Golos Text"/>
                <a:ea typeface="Golos Text"/>
                <a:cs typeface="Golos Text"/>
                <a:sym typeface="Golos Text"/>
              </a:rPr>
              <a:t> музыкальные данные и использовать современные модели алгоритмической композиции (ЛР4, ЛР7).</a:t>
            </a:r>
            <a:endParaRPr sz="2000">
              <a:solidFill>
                <a:schemeClr val="dk1"/>
              </a:solidFill>
              <a:latin typeface="Golos Text"/>
              <a:ea typeface="Golos Text"/>
              <a:cs typeface="Golos Text"/>
              <a:sym typeface="Golos Text"/>
            </a:endParaRPr>
          </a:p>
          <a:p>
            <a:pPr indent="-355600" lvl="0" marL="457200" rtl="0" algn="l">
              <a:spcBef>
                <a:spcPts val="0"/>
              </a:spcBef>
              <a:spcAft>
                <a:spcPts val="0"/>
              </a:spcAft>
              <a:buClr>
                <a:schemeClr val="dk1"/>
              </a:buClr>
              <a:buSzPts val="2000"/>
              <a:buFont typeface="Golos Text"/>
              <a:buChar char="-"/>
            </a:pPr>
            <a:r>
              <a:rPr lang="ru-RU" sz="2000" u="sng">
                <a:solidFill>
                  <a:schemeClr val="dk1"/>
                </a:solidFill>
                <a:latin typeface="Golos Text"/>
                <a:ea typeface="Golos Text"/>
                <a:cs typeface="Golos Text"/>
                <a:sym typeface="Golos Text"/>
              </a:rPr>
              <a:t>Применить методы машинного</a:t>
            </a:r>
            <a:r>
              <a:rPr lang="ru-RU" sz="2000">
                <a:solidFill>
                  <a:schemeClr val="dk1"/>
                </a:solidFill>
                <a:latin typeface="Golos Text"/>
                <a:ea typeface="Golos Text"/>
                <a:cs typeface="Golos Text"/>
                <a:sym typeface="Golos Text"/>
              </a:rPr>
              <a:t> и глубокого обучения для задачи классификации жанров (ЛР3, ЛР5, ЛР6)</a:t>
            </a:r>
            <a:endParaRPr sz="2000">
              <a:solidFill>
                <a:schemeClr val="dk1"/>
              </a:solidFill>
              <a:latin typeface="Golos Text"/>
              <a:ea typeface="Golos Text"/>
              <a:cs typeface="Golos Text"/>
              <a:sym typeface="Golos Text"/>
            </a:endParaRPr>
          </a:p>
        </p:txBody>
      </p:sp>
      <p:pic>
        <p:nvPicPr>
          <p:cNvPr descr="Нотная запись" id="579" name="Google Shape;579;g1f58dad81a1_0_143"/>
          <p:cNvPicPr preferRelativeResize="0"/>
          <p:nvPr/>
        </p:nvPicPr>
        <p:blipFill rotWithShape="1">
          <a:blip r:embed="rId3">
            <a:alphaModFix/>
          </a:blip>
          <a:srcRect b="0" l="0" r="0" t="0"/>
          <a:stretch/>
        </p:blipFill>
        <p:spPr>
          <a:xfrm>
            <a:off x="6640338" y="4177947"/>
            <a:ext cx="914400" cy="9144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g2ba3d66f664_0_408"/>
          <p:cNvSpPr txBox="1"/>
          <p:nvPr>
            <p:ph type="title"/>
          </p:nvPr>
        </p:nvSpPr>
        <p:spPr>
          <a:xfrm>
            <a:off x="457200" y="306435"/>
            <a:ext cx="6824400" cy="52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3200"/>
              <a:buNone/>
            </a:pPr>
            <a:r>
              <a:rPr lang="ru-RU" sz="2380"/>
              <a:t>Зачетный тест. </a:t>
            </a:r>
            <a:endParaRPr sz="2380"/>
          </a:p>
        </p:txBody>
      </p:sp>
      <p:sp>
        <p:nvSpPr>
          <p:cNvPr id="586" name="Google Shape;586;g2ba3d66f664_0_40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ru-RU"/>
              <a:t>‹#›</a:t>
            </a:fld>
            <a:endParaRPr/>
          </a:p>
        </p:txBody>
      </p:sp>
      <p:sp>
        <p:nvSpPr>
          <p:cNvPr id="587" name="Google Shape;587;g2ba3d66f664_0_408"/>
          <p:cNvSpPr txBox="1"/>
          <p:nvPr/>
        </p:nvSpPr>
        <p:spPr>
          <a:xfrm>
            <a:off x="296850" y="1160300"/>
            <a:ext cx="5075400" cy="326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ru-RU" sz="2000" u="none" cap="none" strike="noStrike">
                <a:solidFill>
                  <a:schemeClr val="dk1"/>
                </a:solidFill>
                <a:latin typeface="Golos Text"/>
                <a:ea typeface="Golos Text"/>
                <a:cs typeface="Golos Text"/>
                <a:sym typeface="Golos Text"/>
              </a:rPr>
              <a:t>Старт: </a:t>
            </a:r>
            <a:r>
              <a:rPr lang="ru-RU" sz="2000">
                <a:solidFill>
                  <a:schemeClr val="dk1"/>
                </a:solidFill>
                <a:latin typeface="Golos Text"/>
                <a:ea typeface="Golos Text"/>
                <a:cs typeface="Golos Text"/>
                <a:sym typeface="Golos Text"/>
              </a:rPr>
              <a:t>16</a:t>
            </a:r>
            <a:r>
              <a:rPr b="0" i="0" lang="ru-RU" sz="2000" u="none" cap="none" strike="noStrike">
                <a:solidFill>
                  <a:schemeClr val="dk1"/>
                </a:solidFill>
                <a:latin typeface="Golos Text"/>
                <a:ea typeface="Golos Text"/>
                <a:cs typeface="Golos Text"/>
                <a:sym typeface="Golos Text"/>
              </a:rPr>
              <a:t> апреля 2024</a:t>
            </a:r>
            <a:endParaRPr b="0" i="0" sz="2000" u="none" cap="none" strike="noStrike">
              <a:solidFill>
                <a:schemeClr val="dk1"/>
              </a:solidFill>
              <a:latin typeface="Golos Text"/>
              <a:ea typeface="Golos Text"/>
              <a:cs typeface="Golos Text"/>
              <a:sym typeface="Golos Text"/>
            </a:endParaRPr>
          </a:p>
          <a:p>
            <a:pPr indent="0" lvl="0" marL="0" marR="0" rtl="0" algn="l">
              <a:lnSpc>
                <a:spcPct val="100000"/>
              </a:lnSpc>
              <a:spcBef>
                <a:spcPts val="0"/>
              </a:spcBef>
              <a:spcAft>
                <a:spcPts val="0"/>
              </a:spcAft>
              <a:buClr>
                <a:srgbClr val="000000"/>
              </a:buClr>
              <a:buSzPts val="2000"/>
              <a:buFont typeface="Arial"/>
              <a:buNone/>
            </a:pPr>
            <a:r>
              <a:rPr b="1" i="0" lang="ru-RU" sz="2000" u="none" cap="none" strike="noStrike">
                <a:solidFill>
                  <a:schemeClr val="dk1"/>
                </a:solidFill>
                <a:latin typeface="Golos Text"/>
                <a:ea typeface="Golos Text"/>
                <a:cs typeface="Golos Text"/>
                <a:sym typeface="Golos Text"/>
              </a:rPr>
              <a:t>Дедлайн</a:t>
            </a:r>
            <a:r>
              <a:rPr b="0" i="0" lang="ru-RU" sz="2000" u="none" cap="none" strike="noStrike">
                <a:solidFill>
                  <a:schemeClr val="dk1"/>
                </a:solidFill>
                <a:latin typeface="Golos Text"/>
                <a:ea typeface="Golos Text"/>
                <a:cs typeface="Golos Text"/>
                <a:sym typeface="Golos Text"/>
              </a:rPr>
              <a:t>: 23 апреля 2024 [до зачета]</a:t>
            </a:r>
            <a:endParaRPr b="0" i="0" sz="2000" u="none" cap="none" strike="noStrike">
              <a:solidFill>
                <a:schemeClr val="dk1"/>
              </a:solidFill>
              <a:latin typeface="Golos Text"/>
              <a:ea typeface="Golos Text"/>
              <a:cs typeface="Golos Text"/>
              <a:sym typeface="Golos Text"/>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Golos Text"/>
              <a:ea typeface="Golos Text"/>
              <a:cs typeface="Golos Text"/>
              <a:sym typeface="Golos Text"/>
            </a:endParaRPr>
          </a:p>
          <a:p>
            <a:pPr indent="0" lvl="0" marL="0" marR="0" rtl="0" algn="l">
              <a:lnSpc>
                <a:spcPct val="100000"/>
              </a:lnSpc>
              <a:spcBef>
                <a:spcPts val="0"/>
              </a:spcBef>
              <a:spcAft>
                <a:spcPts val="0"/>
              </a:spcAft>
              <a:buClr>
                <a:srgbClr val="000000"/>
              </a:buClr>
              <a:buSzPts val="2000"/>
              <a:buFont typeface="Arial"/>
              <a:buNone/>
            </a:pPr>
            <a:r>
              <a:rPr b="1" i="0" lang="ru-RU" sz="2000" u="none" cap="none" strike="noStrike">
                <a:solidFill>
                  <a:schemeClr val="dk1"/>
                </a:solidFill>
                <a:latin typeface="Golos Text"/>
                <a:ea typeface="Golos Text"/>
                <a:cs typeface="Golos Text"/>
                <a:sym typeface="Golos Text"/>
              </a:rPr>
              <a:t>Ссылка на </a:t>
            </a:r>
            <a:r>
              <a:rPr b="1" lang="ru-RU" sz="2000">
                <a:solidFill>
                  <a:schemeClr val="dk1"/>
                </a:solidFill>
                <a:latin typeface="Golos Text"/>
                <a:ea typeface="Golos Text"/>
                <a:cs typeface="Golos Text"/>
                <a:sym typeface="Golos Text"/>
              </a:rPr>
              <a:t>тест</a:t>
            </a:r>
            <a:r>
              <a:rPr b="0" i="0" lang="ru-RU" sz="2000" u="none" cap="none" strike="noStrike">
                <a:solidFill>
                  <a:schemeClr val="dk1"/>
                </a:solidFill>
                <a:latin typeface="Golos Text"/>
                <a:ea typeface="Golos Text"/>
                <a:cs typeface="Golos Text"/>
                <a:sym typeface="Golos Text"/>
              </a:rPr>
              <a:t>:</a:t>
            </a:r>
            <a:endParaRPr b="0" i="0" sz="2000" u="none" cap="none" strike="noStrike">
              <a:solidFill>
                <a:schemeClr val="dk1"/>
              </a:solidFill>
              <a:latin typeface="Golos Text"/>
              <a:ea typeface="Golos Text"/>
              <a:cs typeface="Golos Text"/>
              <a:sym typeface="Golos Text"/>
            </a:endParaRPr>
          </a:p>
          <a:p>
            <a:pPr indent="0" lvl="0" marL="0" marR="0" rtl="0" algn="l">
              <a:lnSpc>
                <a:spcPct val="100000"/>
              </a:lnSpc>
              <a:spcBef>
                <a:spcPts val="0"/>
              </a:spcBef>
              <a:spcAft>
                <a:spcPts val="0"/>
              </a:spcAft>
              <a:buClr>
                <a:srgbClr val="000000"/>
              </a:buClr>
              <a:buSzPts val="2000"/>
              <a:buFont typeface="Arial"/>
              <a:buNone/>
            </a:pPr>
            <a:r>
              <a:rPr lang="ru-RU" sz="2000" u="sng">
                <a:solidFill>
                  <a:schemeClr val="hlink"/>
                </a:solidFill>
                <a:latin typeface="Golos Text"/>
                <a:ea typeface="Golos Text"/>
                <a:cs typeface="Golos Text"/>
                <a:sym typeface="Golos Text"/>
                <a:hlinkClick r:id="rId3"/>
              </a:rPr>
              <a:t>https://forms.gle/VFP6io2drzzDWvP49</a:t>
            </a:r>
            <a:r>
              <a:rPr lang="ru-RU" sz="2000">
                <a:solidFill>
                  <a:schemeClr val="dk1"/>
                </a:solidFill>
                <a:latin typeface="Golos Text"/>
                <a:ea typeface="Golos Text"/>
                <a:cs typeface="Golos Text"/>
                <a:sym typeface="Golos Text"/>
              </a:rPr>
              <a:t> </a:t>
            </a:r>
            <a:endParaRPr b="0" i="0" sz="2000" u="none" cap="none" strike="noStrike">
              <a:solidFill>
                <a:schemeClr val="dk1"/>
              </a:solidFill>
              <a:latin typeface="Golos Text"/>
              <a:ea typeface="Golos Text"/>
              <a:cs typeface="Golos Text"/>
              <a:sym typeface="Golos Text"/>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Golos Text"/>
              <a:ea typeface="Golos Text"/>
              <a:cs typeface="Golos Text"/>
              <a:sym typeface="Golos Text"/>
            </a:endParaRPr>
          </a:p>
          <a:p>
            <a:pPr indent="0" lvl="0" marL="0" marR="0" rtl="0" algn="l">
              <a:lnSpc>
                <a:spcPct val="100000"/>
              </a:lnSpc>
              <a:spcBef>
                <a:spcPts val="0"/>
              </a:spcBef>
              <a:spcAft>
                <a:spcPts val="0"/>
              </a:spcAft>
              <a:buClr>
                <a:srgbClr val="000000"/>
              </a:buClr>
              <a:buSzPts val="2000"/>
              <a:buFont typeface="Arial"/>
              <a:buNone/>
            </a:pPr>
            <a:r>
              <a:rPr b="1" i="0" lang="ru-RU" sz="2000" u="none" cap="none" strike="noStrike">
                <a:solidFill>
                  <a:schemeClr val="dk1"/>
                </a:solidFill>
                <a:latin typeface="Golos Text"/>
                <a:ea typeface="Golos Text"/>
                <a:cs typeface="Golos Text"/>
                <a:sym typeface="Golos Text"/>
              </a:rPr>
              <a:t>Баллы</a:t>
            </a:r>
            <a:r>
              <a:rPr b="0" i="0" lang="ru-RU" sz="2000" u="none" cap="none" strike="noStrike">
                <a:solidFill>
                  <a:schemeClr val="dk1"/>
                </a:solidFill>
                <a:latin typeface="Golos Text"/>
                <a:ea typeface="Golos Text"/>
                <a:cs typeface="Golos Text"/>
                <a:sym typeface="Golos Text"/>
              </a:rPr>
              <a:t>: 0 - </a:t>
            </a:r>
            <a:r>
              <a:rPr lang="ru-RU" sz="2000">
                <a:solidFill>
                  <a:schemeClr val="dk1"/>
                </a:solidFill>
                <a:latin typeface="Golos Text"/>
                <a:ea typeface="Golos Text"/>
                <a:cs typeface="Golos Text"/>
                <a:sym typeface="Golos Text"/>
              </a:rPr>
              <a:t>20</a:t>
            </a:r>
            <a:endParaRPr b="0" i="0" sz="2000" u="none" cap="none" strike="noStrike">
              <a:solidFill>
                <a:schemeClr val="dk1"/>
              </a:solidFill>
              <a:latin typeface="Golos Text"/>
              <a:ea typeface="Golos Text"/>
              <a:cs typeface="Golos Text"/>
              <a:sym typeface="Golos Text"/>
            </a:endParaRPr>
          </a:p>
          <a:p>
            <a:pPr indent="0" lvl="0" marL="0" marR="0" rtl="0" algn="l">
              <a:lnSpc>
                <a:spcPct val="100000"/>
              </a:lnSpc>
              <a:spcBef>
                <a:spcPts val="0"/>
              </a:spcBef>
              <a:spcAft>
                <a:spcPts val="0"/>
              </a:spcAft>
              <a:buClr>
                <a:srgbClr val="000000"/>
              </a:buClr>
              <a:buSzPts val="2000"/>
              <a:buFont typeface="Arial"/>
              <a:buNone/>
            </a:pPr>
            <a:r>
              <a:rPr b="1" lang="ru-RU" sz="2000" u="sng">
                <a:solidFill>
                  <a:schemeClr val="dk1"/>
                </a:solidFill>
                <a:latin typeface="Golos Text"/>
                <a:ea typeface="Golos Text"/>
                <a:cs typeface="Golos Text"/>
                <a:sym typeface="Golos Text"/>
              </a:rPr>
              <a:t>Индивидуальный</a:t>
            </a:r>
            <a:r>
              <a:rPr b="1" lang="ru-RU" sz="2000">
                <a:solidFill>
                  <a:schemeClr val="dk1"/>
                </a:solidFill>
                <a:latin typeface="Golos Text"/>
                <a:ea typeface="Golos Text"/>
                <a:cs typeface="Golos Text"/>
                <a:sym typeface="Golos Text"/>
              </a:rPr>
              <a:t> тест</a:t>
            </a:r>
            <a:endParaRPr b="1" sz="2000">
              <a:solidFill>
                <a:schemeClr val="dk1"/>
              </a:solidFill>
              <a:latin typeface="Golos Text"/>
              <a:ea typeface="Golos Text"/>
              <a:cs typeface="Golos Text"/>
              <a:sym typeface="Golos Text"/>
            </a:endParaRPr>
          </a:p>
          <a:p>
            <a:pPr indent="0" lvl="0" marL="0" marR="0" rtl="0" algn="l">
              <a:lnSpc>
                <a:spcPct val="100000"/>
              </a:lnSpc>
              <a:spcBef>
                <a:spcPts val="0"/>
              </a:spcBef>
              <a:spcAft>
                <a:spcPts val="0"/>
              </a:spcAft>
              <a:buClr>
                <a:srgbClr val="000000"/>
              </a:buClr>
              <a:buSzPts val="2000"/>
              <a:buFont typeface="Arial"/>
              <a:buNone/>
            </a:pPr>
            <a:r>
              <a:t/>
            </a:r>
            <a:endParaRPr b="1" sz="2000">
              <a:solidFill>
                <a:schemeClr val="dk1"/>
              </a:solidFill>
              <a:latin typeface="Golos Text"/>
              <a:ea typeface="Golos Text"/>
              <a:cs typeface="Golos Text"/>
              <a:sym typeface="Golos Text"/>
            </a:endParaRPr>
          </a:p>
          <a:p>
            <a:pPr indent="0" lvl="0" marL="0" marR="0" rtl="0" algn="l">
              <a:lnSpc>
                <a:spcPct val="100000"/>
              </a:lnSpc>
              <a:spcBef>
                <a:spcPts val="0"/>
              </a:spcBef>
              <a:spcAft>
                <a:spcPts val="0"/>
              </a:spcAft>
              <a:buClr>
                <a:srgbClr val="000000"/>
              </a:buClr>
              <a:buSzPts val="2000"/>
              <a:buFont typeface="Arial"/>
              <a:buNone/>
            </a:pPr>
            <a:r>
              <a:rPr lang="ru-RU" sz="2000">
                <a:solidFill>
                  <a:schemeClr val="dk1"/>
                </a:solidFill>
                <a:latin typeface="Golos Text"/>
                <a:ea typeface="Golos Text"/>
                <a:cs typeface="Golos Text"/>
                <a:sym typeface="Golos Text"/>
              </a:rPr>
              <a:t>После прохождения – </a:t>
            </a:r>
            <a:r>
              <a:rPr lang="ru-RU" sz="2000">
                <a:solidFill>
                  <a:schemeClr val="accent1"/>
                </a:solidFill>
                <a:latin typeface="Golos Text"/>
                <a:ea typeface="Golos Text"/>
                <a:cs typeface="Golos Text"/>
                <a:sym typeface="Golos Text"/>
              </a:rPr>
              <a:t>скрин в ЛС</a:t>
            </a:r>
            <a:endParaRPr sz="2000">
              <a:solidFill>
                <a:schemeClr val="accent1"/>
              </a:solidFill>
              <a:latin typeface="Golos Text"/>
              <a:ea typeface="Golos Text"/>
              <a:cs typeface="Golos Text"/>
              <a:sym typeface="Golos Text"/>
            </a:endParaRPr>
          </a:p>
        </p:txBody>
      </p:sp>
      <p:pic>
        <p:nvPicPr>
          <p:cNvPr id="588" name="Google Shape;588;g2ba3d66f664_0_408"/>
          <p:cNvPicPr preferRelativeResize="0"/>
          <p:nvPr/>
        </p:nvPicPr>
        <p:blipFill>
          <a:blip r:embed="rId4">
            <a:alphaModFix/>
          </a:blip>
          <a:stretch>
            <a:fillRect/>
          </a:stretch>
        </p:blipFill>
        <p:spPr>
          <a:xfrm>
            <a:off x="5372228" y="1160288"/>
            <a:ext cx="3347770" cy="3422151"/>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g1f58dad81a1_0_153"/>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u-RU"/>
              <a:t>Магистерская образовательная программа «Речевые технологии и машинное обучение»</a:t>
            </a:r>
            <a:endParaRPr/>
          </a:p>
        </p:txBody>
      </p:sp>
      <p:sp>
        <p:nvSpPr>
          <p:cNvPr id="594" name="Google Shape;594;g1f58dad81a1_0_153"/>
          <p:cNvSpPr txBox="1"/>
          <p:nvPr>
            <p:ph idx="1" type="body"/>
          </p:nvPr>
        </p:nvSpPr>
        <p:spPr>
          <a:xfrm>
            <a:off x="243593" y="1231528"/>
            <a:ext cx="3901500" cy="2911200"/>
          </a:xfrm>
          <a:prstGeom prst="rect">
            <a:avLst/>
          </a:prstGeom>
          <a:noFill/>
          <a:ln>
            <a:noFill/>
          </a:ln>
        </p:spPr>
        <p:txBody>
          <a:bodyPr anchorCtr="0" anchor="t" bIns="91425" lIns="91425" spcFirstLastPara="1" rIns="91425" wrap="square" tIns="91425">
            <a:normAutofit fontScale="62500"/>
          </a:bodyPr>
          <a:lstStyle/>
          <a:p>
            <a:pPr indent="0" lvl="0" marL="0" rtl="0" algn="ctr">
              <a:lnSpc>
                <a:spcPct val="115000"/>
              </a:lnSpc>
              <a:spcBef>
                <a:spcPts val="0"/>
              </a:spcBef>
              <a:spcAft>
                <a:spcPts val="1200"/>
              </a:spcAft>
              <a:buSzPct val="64999"/>
              <a:buNone/>
            </a:pPr>
            <a:r>
              <a:rPr lang="ru-RU"/>
              <a:t>Научим базовым и продвинутым алгоритмам машинного обучения, подробно расскажем и научим решать актуальные задачи в области многомодальной биометрии, распознаванию речи и акустических событий, синтезу речи и естественной обработке языка с использованием машинного обучения и специализированных методов обработки речевых данных. А еще вы с самого начала обучения можете стать стажерами корпоративного партнера программы — ООО «Центр речевых технологий».</a:t>
            </a:r>
            <a:endParaRPr/>
          </a:p>
        </p:txBody>
      </p:sp>
      <p:sp>
        <p:nvSpPr>
          <p:cNvPr id="595" name="Google Shape;595;g1f58dad81a1_0_1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Clr>
                <a:srgbClr val="F2F2F2"/>
              </a:buClr>
              <a:buSzPts val="750"/>
              <a:buFont typeface="Lustria"/>
              <a:buNone/>
            </a:pPr>
            <a:fld id="{00000000-1234-1234-1234-123412341234}" type="slidenum">
              <a:rPr lang="ru-RU">
                <a:solidFill>
                  <a:schemeClr val="dk1"/>
                </a:solidFill>
              </a:rPr>
              <a:t>‹#›</a:t>
            </a:fld>
            <a:endParaRPr>
              <a:solidFill>
                <a:schemeClr val="dk1"/>
              </a:solidFill>
            </a:endParaRPr>
          </a:p>
        </p:txBody>
      </p:sp>
      <p:pic>
        <p:nvPicPr>
          <p:cNvPr id="596" name="Google Shape;596;g1f58dad81a1_0_153"/>
          <p:cNvPicPr preferRelativeResize="0"/>
          <p:nvPr/>
        </p:nvPicPr>
        <p:blipFill rotWithShape="1">
          <a:blip r:embed="rId3">
            <a:alphaModFix/>
          </a:blip>
          <a:srcRect b="0" l="0" r="0" t="0"/>
          <a:stretch/>
        </p:blipFill>
        <p:spPr>
          <a:xfrm>
            <a:off x="573349" y="4142718"/>
            <a:ext cx="3242004" cy="914099"/>
          </a:xfrm>
          <a:prstGeom prst="rect">
            <a:avLst/>
          </a:prstGeom>
          <a:noFill/>
          <a:ln>
            <a:noFill/>
          </a:ln>
        </p:spPr>
      </p:pic>
      <p:pic>
        <p:nvPicPr>
          <p:cNvPr id="597" name="Google Shape;597;g1f58dad81a1_0_153"/>
          <p:cNvPicPr preferRelativeResize="0"/>
          <p:nvPr/>
        </p:nvPicPr>
        <p:blipFill>
          <a:blip r:embed="rId4">
            <a:alphaModFix/>
          </a:blip>
          <a:stretch>
            <a:fillRect/>
          </a:stretch>
        </p:blipFill>
        <p:spPr>
          <a:xfrm>
            <a:off x="5429868" y="1231525"/>
            <a:ext cx="2753299" cy="3530850"/>
          </a:xfrm>
          <a:prstGeom prst="rect">
            <a:avLst/>
          </a:prstGeom>
          <a:noFill/>
          <a:ln>
            <a:noFill/>
          </a:ln>
        </p:spPr>
      </p:pic>
      <p:sp>
        <p:nvSpPr>
          <p:cNvPr id="598" name="Google Shape;598;g1f58dad81a1_0_153"/>
          <p:cNvSpPr txBox="1"/>
          <p:nvPr/>
        </p:nvSpPr>
        <p:spPr>
          <a:xfrm>
            <a:off x="5985125" y="4762375"/>
            <a:ext cx="1642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u="sng">
                <a:solidFill>
                  <a:schemeClr val="hlink"/>
                </a:solidFill>
                <a:hlinkClick r:id="rId5"/>
              </a:rPr>
              <a:t>https://ris.ifmo.ru/</a:t>
            </a:r>
            <a:r>
              <a:rPr lang="ru-RU"/>
              <a:t>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g1f58dad81a1_0_161"/>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u-RU"/>
              <a:t>Магистерская образовательная программа «Речевые технологии и машинное обучение»</a:t>
            </a:r>
            <a:endParaRPr/>
          </a:p>
        </p:txBody>
      </p:sp>
      <p:sp>
        <p:nvSpPr>
          <p:cNvPr id="604" name="Google Shape;604;g1f58dad81a1_0_1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Clr>
                <a:srgbClr val="F2F2F2"/>
              </a:buClr>
              <a:buSzPts val="750"/>
              <a:buFont typeface="Lustria"/>
              <a:buNone/>
            </a:pPr>
            <a:fld id="{00000000-1234-1234-1234-123412341234}" type="slidenum">
              <a:rPr lang="ru-RU">
                <a:solidFill>
                  <a:schemeClr val="dk1"/>
                </a:solidFill>
              </a:rPr>
              <a:t>‹#›</a:t>
            </a:fld>
            <a:endParaRPr>
              <a:solidFill>
                <a:schemeClr val="dk1"/>
              </a:solidFill>
            </a:endParaRPr>
          </a:p>
        </p:txBody>
      </p:sp>
      <p:sp>
        <p:nvSpPr>
          <p:cNvPr id="605" name="Google Shape;605;g1f58dad81a1_0_161"/>
          <p:cNvSpPr txBox="1"/>
          <p:nvPr/>
        </p:nvSpPr>
        <p:spPr>
          <a:xfrm>
            <a:off x="2937449" y="1275000"/>
            <a:ext cx="2684400" cy="2418300"/>
          </a:xfrm>
          <a:prstGeom prst="rect">
            <a:avLst/>
          </a:prstGeom>
          <a:noFill/>
          <a:ln>
            <a:noFill/>
          </a:ln>
        </p:spPr>
        <p:txBody>
          <a:bodyPr anchorCtr="0" anchor="t" bIns="91425" lIns="91425" spcFirstLastPara="1" rIns="91425" wrap="square" tIns="91425">
            <a:normAutofit lnSpcReduction="20000"/>
          </a:bodyPr>
          <a:lstStyle/>
          <a:p>
            <a:pPr indent="0" lvl="0" marL="0" marR="0" rtl="0" algn="l">
              <a:lnSpc>
                <a:spcPct val="115000"/>
              </a:lnSpc>
              <a:spcBef>
                <a:spcPts val="0"/>
              </a:spcBef>
              <a:spcAft>
                <a:spcPts val="0"/>
              </a:spcAft>
              <a:buClr>
                <a:schemeClr val="lt1"/>
              </a:buClr>
              <a:buSzPts val="1300"/>
              <a:buFont typeface="Lato"/>
              <a:buNone/>
            </a:pPr>
            <a:r>
              <a:rPr b="1" i="0" lang="ru-RU" sz="1300" u="none" cap="none" strike="noStrike">
                <a:solidFill>
                  <a:srgbClr val="FF00FF"/>
                </a:solidFill>
                <a:latin typeface="Lato"/>
                <a:ea typeface="Lato"/>
                <a:cs typeface="Lato"/>
                <a:sym typeface="Lato"/>
              </a:rPr>
              <a:t>2 семестр</a:t>
            </a:r>
            <a:r>
              <a:rPr b="0" i="0" lang="ru-RU" sz="1300" u="none" cap="none" strike="noStrike">
                <a:solidFill>
                  <a:srgbClr val="FF00FF"/>
                </a:solidFill>
                <a:latin typeface="Lato"/>
                <a:ea typeface="Lato"/>
                <a:cs typeface="Lato"/>
                <a:sym typeface="Lato"/>
              </a:rPr>
              <a:t>: </a:t>
            </a:r>
            <a:endParaRPr>
              <a:solidFill>
                <a:srgbClr val="FF00FF"/>
              </a:solidFill>
            </a:endParaRPr>
          </a:p>
          <a:p>
            <a:pPr indent="-342900" lvl="0" marL="342900" marR="0" rtl="0" algn="l">
              <a:lnSpc>
                <a:spcPct val="115000"/>
              </a:lnSpc>
              <a:spcBef>
                <a:spcPts val="1200"/>
              </a:spcBef>
              <a:spcAft>
                <a:spcPts val="0"/>
              </a:spcAft>
              <a:buClr>
                <a:schemeClr val="dk1"/>
              </a:buClr>
              <a:buSzPts val="1300"/>
              <a:buFont typeface="Lato"/>
              <a:buAutoNum type="arabicParenR"/>
            </a:pPr>
            <a:r>
              <a:rPr b="0" i="0" lang="ru-RU" sz="1300" u="none" cap="none" strike="noStrike">
                <a:solidFill>
                  <a:schemeClr val="dk1"/>
                </a:solidFill>
                <a:latin typeface="Lato"/>
                <a:ea typeface="Lato"/>
                <a:cs typeface="Lato"/>
                <a:sym typeface="Lato"/>
              </a:rPr>
              <a:t>Машинное обучение</a:t>
            </a:r>
            <a:endParaRPr>
              <a:solidFill>
                <a:schemeClr val="dk1"/>
              </a:solidFill>
            </a:endParaRPr>
          </a:p>
          <a:p>
            <a:pPr indent="-342900" lvl="0" marL="342900" marR="0" rtl="0" algn="l">
              <a:lnSpc>
                <a:spcPct val="115000"/>
              </a:lnSpc>
              <a:spcBef>
                <a:spcPts val="1200"/>
              </a:spcBef>
              <a:spcAft>
                <a:spcPts val="0"/>
              </a:spcAft>
              <a:buClr>
                <a:schemeClr val="dk1"/>
              </a:buClr>
              <a:buSzPts val="1300"/>
              <a:buFont typeface="Lato"/>
              <a:buAutoNum type="arabicParenR"/>
            </a:pPr>
            <a:r>
              <a:rPr b="0" i="0" lang="ru-RU" sz="1300" u="none" cap="none" strike="noStrike">
                <a:solidFill>
                  <a:schemeClr val="dk1"/>
                </a:solidFill>
                <a:latin typeface="Lato"/>
                <a:ea typeface="Lato"/>
                <a:cs typeface="Lato"/>
                <a:sym typeface="Lato"/>
              </a:rPr>
              <a:t>Анализ </a:t>
            </a:r>
            <a:br>
              <a:rPr lang="ru-RU" sz="1300">
                <a:solidFill>
                  <a:schemeClr val="dk1"/>
                </a:solidFill>
                <a:latin typeface="Lato"/>
                <a:ea typeface="Lato"/>
                <a:cs typeface="Lato"/>
                <a:sym typeface="Lato"/>
              </a:rPr>
            </a:br>
            <a:r>
              <a:rPr b="0" i="0" lang="ru-RU" sz="1300" u="none" cap="none" strike="noStrike">
                <a:solidFill>
                  <a:schemeClr val="dk1"/>
                </a:solidFill>
                <a:latin typeface="Lato"/>
                <a:ea typeface="Lato"/>
                <a:cs typeface="Lato"/>
                <a:sym typeface="Lato"/>
              </a:rPr>
              <a:t>акустических событий</a:t>
            </a:r>
            <a:endParaRPr>
              <a:solidFill>
                <a:schemeClr val="dk1"/>
              </a:solidFill>
            </a:endParaRPr>
          </a:p>
          <a:p>
            <a:pPr indent="-342900" lvl="0" marL="342900" marR="0" rtl="0" algn="l">
              <a:lnSpc>
                <a:spcPct val="115000"/>
              </a:lnSpc>
              <a:spcBef>
                <a:spcPts val="1200"/>
              </a:spcBef>
              <a:spcAft>
                <a:spcPts val="0"/>
              </a:spcAft>
              <a:buClr>
                <a:schemeClr val="dk1"/>
              </a:buClr>
              <a:buSzPts val="1300"/>
              <a:buFont typeface="Lato"/>
              <a:buAutoNum type="arabicParenR"/>
            </a:pPr>
            <a:r>
              <a:rPr b="0" i="0" lang="ru-RU" sz="1300" u="none" cap="none" strike="noStrike">
                <a:solidFill>
                  <a:schemeClr val="dk1"/>
                </a:solidFill>
                <a:latin typeface="Lato"/>
                <a:ea typeface="Lato"/>
                <a:cs typeface="Lato"/>
                <a:sym typeface="Lato"/>
              </a:rPr>
              <a:t>Цифровая обработка </a:t>
            </a:r>
            <a:br>
              <a:rPr b="0" i="0" lang="ru-RU" sz="1300" u="none" cap="none" strike="noStrike">
                <a:solidFill>
                  <a:schemeClr val="dk1"/>
                </a:solidFill>
                <a:latin typeface="Lato"/>
                <a:ea typeface="Lato"/>
                <a:cs typeface="Lato"/>
                <a:sym typeface="Lato"/>
              </a:rPr>
            </a:br>
            <a:r>
              <a:rPr b="0" i="0" lang="ru-RU" sz="1300" u="none" cap="none" strike="noStrike">
                <a:solidFill>
                  <a:schemeClr val="dk1"/>
                </a:solidFill>
                <a:latin typeface="Lato"/>
                <a:ea typeface="Lato"/>
                <a:cs typeface="Lato"/>
                <a:sym typeface="Lato"/>
              </a:rPr>
              <a:t>речевых сигналов</a:t>
            </a:r>
            <a:endParaRPr b="0" i="0" sz="1300" u="none" cap="none" strike="noStrike">
              <a:solidFill>
                <a:schemeClr val="dk1"/>
              </a:solidFill>
              <a:latin typeface="Lato"/>
              <a:ea typeface="Lato"/>
              <a:cs typeface="Lato"/>
              <a:sym typeface="Lato"/>
            </a:endParaRPr>
          </a:p>
          <a:p>
            <a:pPr indent="-342900" lvl="0" marL="342900" marR="0" rtl="0" algn="l">
              <a:lnSpc>
                <a:spcPct val="115000"/>
              </a:lnSpc>
              <a:spcBef>
                <a:spcPts val="1200"/>
              </a:spcBef>
              <a:spcAft>
                <a:spcPts val="1200"/>
              </a:spcAft>
              <a:buClr>
                <a:schemeClr val="dk1"/>
              </a:buClr>
              <a:buSzPts val="1300"/>
              <a:buFont typeface="Lato"/>
              <a:buAutoNum type="arabicParenR"/>
            </a:pPr>
            <a:r>
              <a:rPr lang="ru-RU" sz="1300">
                <a:solidFill>
                  <a:schemeClr val="dk1"/>
                </a:solidFill>
                <a:latin typeface="Lato"/>
                <a:ea typeface="Lato"/>
                <a:cs typeface="Lato"/>
                <a:sym typeface="Lato"/>
              </a:rPr>
              <a:t>Основы речевых технологий</a:t>
            </a:r>
            <a:endParaRPr sz="1300">
              <a:solidFill>
                <a:schemeClr val="dk1"/>
              </a:solidFill>
              <a:latin typeface="Lato"/>
              <a:ea typeface="Lato"/>
              <a:cs typeface="Lato"/>
              <a:sym typeface="Lato"/>
            </a:endParaRPr>
          </a:p>
        </p:txBody>
      </p:sp>
      <p:sp>
        <p:nvSpPr>
          <p:cNvPr id="606" name="Google Shape;606;g1f58dad81a1_0_161"/>
          <p:cNvSpPr txBox="1"/>
          <p:nvPr/>
        </p:nvSpPr>
        <p:spPr>
          <a:xfrm>
            <a:off x="5691228" y="1275007"/>
            <a:ext cx="3330000" cy="2593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lt1"/>
              </a:buClr>
              <a:buSzPts val="1300"/>
              <a:buFont typeface="Lato"/>
              <a:buNone/>
            </a:pPr>
            <a:r>
              <a:rPr b="1" i="0" lang="ru-RU" sz="1300" u="none" cap="none" strike="noStrike">
                <a:solidFill>
                  <a:srgbClr val="FF00FF"/>
                </a:solidFill>
                <a:latin typeface="Lato"/>
                <a:ea typeface="Lato"/>
                <a:cs typeface="Lato"/>
                <a:sym typeface="Lato"/>
              </a:rPr>
              <a:t>3 семестр</a:t>
            </a:r>
            <a:r>
              <a:rPr b="0" i="0" lang="ru-RU" sz="1300" u="none" cap="none" strike="noStrike">
                <a:solidFill>
                  <a:srgbClr val="FF00FF"/>
                </a:solidFill>
                <a:latin typeface="Lato"/>
                <a:ea typeface="Lato"/>
                <a:cs typeface="Lato"/>
                <a:sym typeface="Lato"/>
              </a:rPr>
              <a:t>: </a:t>
            </a:r>
            <a:endParaRPr sz="1300">
              <a:solidFill>
                <a:srgbClr val="FF00FF"/>
              </a:solidFill>
            </a:endParaRPr>
          </a:p>
          <a:p>
            <a:pPr indent="-342900" lvl="0" marL="342900" marR="0" rtl="0" algn="l">
              <a:lnSpc>
                <a:spcPct val="115000"/>
              </a:lnSpc>
              <a:spcBef>
                <a:spcPts val="1200"/>
              </a:spcBef>
              <a:spcAft>
                <a:spcPts val="0"/>
              </a:spcAft>
              <a:buClr>
                <a:schemeClr val="dk1"/>
              </a:buClr>
              <a:buSzPts val="1300"/>
              <a:buFont typeface="Lato"/>
              <a:buAutoNum type="arabicParenR"/>
            </a:pPr>
            <a:r>
              <a:rPr b="0" i="0" lang="ru-RU" sz="1300" u="none" cap="none" strike="noStrike">
                <a:solidFill>
                  <a:schemeClr val="dk1"/>
                </a:solidFill>
                <a:latin typeface="Lato"/>
                <a:ea typeface="Lato"/>
                <a:cs typeface="Lato"/>
                <a:sym typeface="Lato"/>
              </a:rPr>
              <a:t>Продвинутое машинное обучение</a:t>
            </a:r>
            <a:endParaRPr sz="1300">
              <a:solidFill>
                <a:schemeClr val="dk1"/>
              </a:solidFill>
            </a:endParaRPr>
          </a:p>
          <a:p>
            <a:pPr indent="-342900" lvl="0" marL="342900" marR="0" rtl="0" algn="l">
              <a:lnSpc>
                <a:spcPct val="115000"/>
              </a:lnSpc>
              <a:spcBef>
                <a:spcPts val="1200"/>
              </a:spcBef>
              <a:spcAft>
                <a:spcPts val="0"/>
              </a:spcAft>
              <a:buClr>
                <a:schemeClr val="dk1"/>
              </a:buClr>
              <a:buSzPts val="1300"/>
              <a:buFont typeface="Lato"/>
              <a:buAutoNum type="arabicParenR"/>
            </a:pPr>
            <a:r>
              <a:rPr b="0" i="0" lang="ru-RU" sz="1300" u="none" cap="none" strike="noStrike">
                <a:solidFill>
                  <a:schemeClr val="dk1"/>
                </a:solidFill>
                <a:latin typeface="Lato"/>
                <a:ea typeface="Lato"/>
                <a:cs typeface="Lato"/>
                <a:sym typeface="Lato"/>
              </a:rPr>
              <a:t>Обработка естественного языка</a:t>
            </a:r>
            <a:endParaRPr sz="1300">
              <a:solidFill>
                <a:schemeClr val="dk1"/>
              </a:solidFill>
            </a:endParaRPr>
          </a:p>
          <a:p>
            <a:pPr indent="-342900" lvl="0" marL="342900" marR="0" rtl="0" algn="l">
              <a:lnSpc>
                <a:spcPct val="115000"/>
              </a:lnSpc>
              <a:spcBef>
                <a:spcPts val="1200"/>
              </a:spcBef>
              <a:spcAft>
                <a:spcPts val="0"/>
              </a:spcAft>
              <a:buClr>
                <a:schemeClr val="dk1"/>
              </a:buClr>
              <a:buSzPts val="1300"/>
              <a:buFont typeface="Lato"/>
              <a:buAutoNum type="arabicParenR"/>
            </a:pPr>
            <a:r>
              <a:rPr b="0" i="0" lang="ru-RU" sz="1300" u="none" cap="none" strike="noStrike">
                <a:solidFill>
                  <a:schemeClr val="dk1"/>
                </a:solidFill>
                <a:latin typeface="Lato"/>
                <a:ea typeface="Lato"/>
                <a:cs typeface="Lato"/>
                <a:sym typeface="Lato"/>
              </a:rPr>
              <a:t>Распознавание диктора</a:t>
            </a:r>
            <a:endParaRPr sz="1300">
              <a:solidFill>
                <a:schemeClr val="dk1"/>
              </a:solidFill>
            </a:endParaRPr>
          </a:p>
          <a:p>
            <a:pPr indent="-342900" lvl="0" marL="342900" marR="0" rtl="0" algn="l">
              <a:lnSpc>
                <a:spcPct val="115000"/>
              </a:lnSpc>
              <a:spcBef>
                <a:spcPts val="1200"/>
              </a:spcBef>
              <a:spcAft>
                <a:spcPts val="0"/>
              </a:spcAft>
              <a:buClr>
                <a:schemeClr val="dk1"/>
              </a:buClr>
              <a:buSzPts val="1300"/>
              <a:buFont typeface="Lato"/>
              <a:buAutoNum type="arabicParenR"/>
            </a:pPr>
            <a:r>
              <a:rPr b="0" i="0" lang="ru-RU" sz="1300" u="none" cap="none" strike="noStrike">
                <a:solidFill>
                  <a:schemeClr val="dk1"/>
                </a:solidFill>
                <a:latin typeface="Lato"/>
                <a:ea typeface="Lato"/>
                <a:cs typeface="Lato"/>
                <a:sym typeface="Lato"/>
              </a:rPr>
              <a:t>Распознавание речи</a:t>
            </a:r>
            <a:endParaRPr sz="1300">
              <a:solidFill>
                <a:schemeClr val="dk1"/>
              </a:solidFill>
            </a:endParaRPr>
          </a:p>
          <a:p>
            <a:pPr indent="-342900" lvl="0" marL="342900" marR="0" rtl="0" algn="l">
              <a:lnSpc>
                <a:spcPct val="115000"/>
              </a:lnSpc>
              <a:spcBef>
                <a:spcPts val="1200"/>
              </a:spcBef>
              <a:spcAft>
                <a:spcPts val="0"/>
              </a:spcAft>
              <a:buClr>
                <a:schemeClr val="dk1"/>
              </a:buClr>
              <a:buSzPts val="1300"/>
              <a:buFont typeface="Lato"/>
              <a:buAutoNum type="arabicParenR"/>
            </a:pPr>
            <a:r>
              <a:rPr b="0" i="0" lang="ru-RU" sz="1300" u="none" cap="none" strike="noStrike">
                <a:solidFill>
                  <a:schemeClr val="dk1"/>
                </a:solidFill>
                <a:latin typeface="Lato"/>
                <a:ea typeface="Lato"/>
                <a:cs typeface="Lato"/>
                <a:sym typeface="Lato"/>
              </a:rPr>
              <a:t>Синтез речи</a:t>
            </a:r>
            <a:endParaRPr sz="1300">
              <a:solidFill>
                <a:schemeClr val="dk1"/>
              </a:solidFill>
            </a:endParaRPr>
          </a:p>
          <a:p>
            <a:pPr indent="-260350" lvl="0" marL="342900" marR="0" rtl="0" algn="l">
              <a:lnSpc>
                <a:spcPct val="115000"/>
              </a:lnSpc>
              <a:spcBef>
                <a:spcPts val="1200"/>
              </a:spcBef>
              <a:spcAft>
                <a:spcPts val="1200"/>
              </a:spcAft>
              <a:buClr>
                <a:schemeClr val="lt1"/>
              </a:buClr>
              <a:buSzPts val="1300"/>
              <a:buFont typeface="Lato"/>
              <a:buNone/>
            </a:pPr>
            <a:r>
              <a:t/>
            </a:r>
            <a:endParaRPr b="0" i="0" sz="1300" u="none" cap="none" strike="noStrike">
              <a:solidFill>
                <a:schemeClr val="lt1"/>
              </a:solidFill>
              <a:latin typeface="Lato"/>
              <a:ea typeface="Lato"/>
              <a:cs typeface="Lato"/>
              <a:sym typeface="Lato"/>
            </a:endParaRPr>
          </a:p>
        </p:txBody>
      </p:sp>
      <p:sp>
        <p:nvSpPr>
          <p:cNvPr id="607" name="Google Shape;607;g1f58dad81a1_0_161"/>
          <p:cNvSpPr txBox="1"/>
          <p:nvPr/>
        </p:nvSpPr>
        <p:spPr>
          <a:xfrm>
            <a:off x="96826" y="3968150"/>
            <a:ext cx="8924400" cy="83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ru-RU" sz="1600" u="none" cap="none" strike="noStrike">
                <a:solidFill>
                  <a:srgbClr val="00B050"/>
                </a:solidFill>
                <a:latin typeface="Arial"/>
                <a:ea typeface="Arial"/>
                <a:cs typeface="Arial"/>
                <a:sym typeface="Arial"/>
              </a:rPr>
              <a:t>Преподаватели</a:t>
            </a:r>
            <a:r>
              <a:rPr b="0" i="0" lang="ru-RU" sz="1600" u="none" cap="none" strike="noStrike">
                <a:solidFill>
                  <a:schemeClr val="lt1"/>
                </a:solidFill>
                <a:latin typeface="Arial"/>
                <a:ea typeface="Arial"/>
                <a:cs typeface="Arial"/>
                <a:sym typeface="Arial"/>
              </a:rPr>
              <a:t> </a:t>
            </a:r>
            <a:r>
              <a:rPr b="0" i="0" lang="ru-RU" sz="1600" u="none" cap="none" strike="noStrike">
                <a:solidFill>
                  <a:schemeClr val="dk1"/>
                </a:solidFill>
                <a:latin typeface="Arial"/>
                <a:ea typeface="Arial"/>
                <a:cs typeface="Arial"/>
                <a:sym typeface="Arial"/>
              </a:rPr>
              <a:t>– действующие специалисты, тимлиды команд разработки систем машинного обучения, руководители лабораторий в области искусственного интеллекта, ведущие научные сотрудники.</a:t>
            </a:r>
            <a:endParaRPr>
              <a:solidFill>
                <a:schemeClr val="dk1"/>
              </a:solidFill>
            </a:endParaRPr>
          </a:p>
        </p:txBody>
      </p:sp>
      <p:sp>
        <p:nvSpPr>
          <p:cNvPr id="608" name="Google Shape;608;g1f58dad81a1_0_161"/>
          <p:cNvSpPr txBox="1"/>
          <p:nvPr/>
        </p:nvSpPr>
        <p:spPr>
          <a:xfrm>
            <a:off x="183674" y="1275000"/>
            <a:ext cx="2684400" cy="24183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0"/>
              </a:spcAft>
              <a:buClr>
                <a:schemeClr val="lt1"/>
              </a:buClr>
              <a:buSzPts val="1300"/>
              <a:buFont typeface="Lato"/>
              <a:buNone/>
            </a:pPr>
            <a:r>
              <a:rPr b="1" lang="ru-RU" sz="1300">
                <a:solidFill>
                  <a:srgbClr val="9900FF"/>
                </a:solidFill>
                <a:latin typeface="Lato"/>
                <a:ea typeface="Lato"/>
                <a:cs typeface="Lato"/>
                <a:sym typeface="Lato"/>
              </a:rPr>
              <a:t>1</a:t>
            </a:r>
            <a:r>
              <a:rPr b="1" i="0" lang="ru-RU" sz="1300" u="none" cap="none" strike="noStrike">
                <a:solidFill>
                  <a:srgbClr val="9900FF"/>
                </a:solidFill>
                <a:latin typeface="Lato"/>
                <a:ea typeface="Lato"/>
                <a:cs typeface="Lato"/>
                <a:sym typeface="Lato"/>
              </a:rPr>
              <a:t> семестр</a:t>
            </a:r>
            <a:r>
              <a:rPr b="0" i="0" lang="ru-RU" sz="1300" u="none" cap="none" strike="noStrike">
                <a:solidFill>
                  <a:srgbClr val="9900FF"/>
                </a:solidFill>
                <a:latin typeface="Lato"/>
                <a:ea typeface="Lato"/>
                <a:cs typeface="Lato"/>
                <a:sym typeface="Lato"/>
              </a:rPr>
              <a:t>: </a:t>
            </a:r>
            <a:endParaRPr>
              <a:solidFill>
                <a:srgbClr val="9900FF"/>
              </a:solidFill>
            </a:endParaRPr>
          </a:p>
          <a:p>
            <a:pPr indent="-342900" lvl="0" marL="342900" marR="0" rtl="0" algn="l">
              <a:lnSpc>
                <a:spcPct val="115000"/>
              </a:lnSpc>
              <a:spcBef>
                <a:spcPts val="1200"/>
              </a:spcBef>
              <a:spcAft>
                <a:spcPts val="0"/>
              </a:spcAft>
              <a:buClr>
                <a:schemeClr val="dk1"/>
              </a:buClr>
              <a:buSzPts val="1300"/>
              <a:buFont typeface="Lato"/>
              <a:buAutoNum type="arabicParenR"/>
            </a:pPr>
            <a:r>
              <a:rPr lang="ru-RU" sz="1300">
                <a:solidFill>
                  <a:schemeClr val="dk1"/>
                </a:solidFill>
                <a:latin typeface="Lato"/>
                <a:ea typeface="Lato"/>
                <a:cs typeface="Lato"/>
                <a:sym typeface="Lato"/>
              </a:rPr>
              <a:t>Введение в м</a:t>
            </a:r>
            <a:r>
              <a:rPr b="0" i="0" lang="ru-RU" sz="1300" u="none" cap="none" strike="noStrike">
                <a:solidFill>
                  <a:schemeClr val="dk1"/>
                </a:solidFill>
                <a:latin typeface="Lato"/>
                <a:ea typeface="Lato"/>
                <a:cs typeface="Lato"/>
                <a:sym typeface="Lato"/>
              </a:rPr>
              <a:t>ашинное обучение</a:t>
            </a:r>
            <a:endParaRPr>
              <a:solidFill>
                <a:schemeClr val="dk1"/>
              </a:solidFill>
            </a:endParaRPr>
          </a:p>
          <a:p>
            <a:pPr indent="-342900" lvl="0" marL="342900" marR="0" rtl="0" algn="l">
              <a:lnSpc>
                <a:spcPct val="115000"/>
              </a:lnSpc>
              <a:spcBef>
                <a:spcPts val="1200"/>
              </a:spcBef>
              <a:spcAft>
                <a:spcPts val="0"/>
              </a:spcAft>
              <a:buClr>
                <a:schemeClr val="dk1"/>
              </a:buClr>
              <a:buSzPts val="1300"/>
              <a:buFont typeface="Lato"/>
              <a:buAutoNum type="arabicParenR"/>
            </a:pPr>
            <a:r>
              <a:rPr lang="ru-RU" sz="1300">
                <a:solidFill>
                  <a:schemeClr val="dk1"/>
                </a:solidFill>
                <a:latin typeface="Lato"/>
                <a:ea typeface="Lato"/>
                <a:cs typeface="Lato"/>
                <a:sym typeface="Lato"/>
              </a:rPr>
              <a:t>Языки программирования</a:t>
            </a:r>
            <a:endParaRPr>
              <a:solidFill>
                <a:schemeClr val="dk1"/>
              </a:solidFill>
            </a:endParaRPr>
          </a:p>
          <a:p>
            <a:pPr indent="-342900" lvl="0" marL="342900" marR="0" rtl="0" algn="l">
              <a:lnSpc>
                <a:spcPct val="115000"/>
              </a:lnSpc>
              <a:spcBef>
                <a:spcPts val="1200"/>
              </a:spcBef>
              <a:spcAft>
                <a:spcPts val="1200"/>
              </a:spcAft>
              <a:buClr>
                <a:schemeClr val="dk1"/>
              </a:buClr>
              <a:buSzPts val="1300"/>
              <a:buFont typeface="Lato"/>
              <a:buAutoNum type="arabicParenR"/>
            </a:pPr>
            <a:r>
              <a:rPr lang="ru-RU" sz="1300">
                <a:solidFill>
                  <a:schemeClr val="dk1"/>
                </a:solidFill>
                <a:latin typeface="Lato"/>
                <a:ea typeface="Lato"/>
                <a:cs typeface="Lato"/>
                <a:sym typeface="Lato"/>
              </a:rPr>
              <a:t>Цифровая обработка сигналов</a:t>
            </a:r>
            <a:endParaRPr>
              <a:solidFill>
                <a:schemeClr val="dk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g1f58dad81a1_0_170"/>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u-RU"/>
              <a:t>Магистерская образовательная программа «Речевые технологии и машинное обучение»</a:t>
            </a:r>
            <a:endParaRPr/>
          </a:p>
        </p:txBody>
      </p:sp>
      <p:sp>
        <p:nvSpPr>
          <p:cNvPr id="614" name="Google Shape;614;g1f58dad81a1_0_17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Clr>
                <a:srgbClr val="F2F2F2"/>
              </a:buClr>
              <a:buSzPts val="750"/>
              <a:buFont typeface="Lustria"/>
              <a:buNone/>
            </a:pPr>
            <a:fld id="{00000000-1234-1234-1234-123412341234}" type="slidenum">
              <a:rPr lang="ru-RU"/>
              <a:t>‹#›</a:t>
            </a:fld>
            <a:endParaRPr/>
          </a:p>
        </p:txBody>
      </p:sp>
      <p:sp>
        <p:nvSpPr>
          <p:cNvPr id="615" name="Google Shape;615;g1f58dad81a1_0_170"/>
          <p:cNvSpPr txBox="1"/>
          <p:nvPr/>
        </p:nvSpPr>
        <p:spPr>
          <a:xfrm>
            <a:off x="96827" y="4225820"/>
            <a:ext cx="8924400" cy="83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ru-RU" sz="1600" u="none" cap="none" strike="noStrike">
                <a:solidFill>
                  <a:srgbClr val="00B050"/>
                </a:solidFill>
                <a:latin typeface="Arial"/>
                <a:ea typeface="Arial"/>
                <a:cs typeface="Arial"/>
                <a:sym typeface="Arial"/>
              </a:rPr>
              <a:t>Преподаватели</a:t>
            </a:r>
            <a:r>
              <a:rPr b="0" i="0" lang="ru-RU" sz="1600" u="none" cap="none" strike="noStrike">
                <a:solidFill>
                  <a:schemeClr val="lt1"/>
                </a:solidFill>
                <a:latin typeface="Arial"/>
                <a:ea typeface="Arial"/>
                <a:cs typeface="Arial"/>
                <a:sym typeface="Arial"/>
              </a:rPr>
              <a:t> </a:t>
            </a:r>
            <a:r>
              <a:rPr b="0" i="0" lang="ru-RU" sz="1600" u="none" cap="none" strike="noStrike">
                <a:solidFill>
                  <a:schemeClr val="dk1"/>
                </a:solidFill>
                <a:latin typeface="Arial"/>
                <a:ea typeface="Arial"/>
                <a:cs typeface="Arial"/>
                <a:sym typeface="Arial"/>
              </a:rPr>
              <a:t>– действующие специалисты, тимлиды команд разработки систем машинного обучения, руководители лабораторий в области искусственного интеллекта, ведущие научные сотрудники.</a:t>
            </a:r>
            <a:endParaRPr>
              <a:solidFill>
                <a:schemeClr val="dk1"/>
              </a:solidFill>
            </a:endParaRPr>
          </a:p>
        </p:txBody>
      </p:sp>
      <p:sp>
        <p:nvSpPr>
          <p:cNvPr id="616" name="Google Shape;616;g1f58dad81a1_0_170"/>
          <p:cNvSpPr/>
          <p:nvPr/>
        </p:nvSpPr>
        <p:spPr>
          <a:xfrm>
            <a:off x="122842" y="3718560"/>
            <a:ext cx="8898300" cy="409200"/>
          </a:xfrm>
          <a:prstGeom prst="rect">
            <a:avLst/>
          </a:prstGeom>
          <a:solidFill>
            <a:srgbClr val="7030A0"/>
          </a:solidFill>
          <a:ln cap="flat" cmpd="sng" w="25400">
            <a:solidFill>
              <a:srgbClr val="00327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ru-RU" sz="1400" u="none" cap="none" strike="noStrike">
                <a:solidFill>
                  <a:schemeClr val="lt1"/>
                </a:solidFill>
                <a:latin typeface="Arial"/>
                <a:ea typeface="Arial"/>
                <a:cs typeface="Arial"/>
                <a:sym typeface="Arial"/>
              </a:rPr>
              <a:t>НИР – Индивидуальная тема</a:t>
            </a:r>
            <a:endParaRPr/>
          </a:p>
        </p:txBody>
      </p:sp>
      <p:sp>
        <p:nvSpPr>
          <p:cNvPr id="617" name="Google Shape;617;g1f58dad81a1_0_170"/>
          <p:cNvSpPr/>
          <p:nvPr/>
        </p:nvSpPr>
        <p:spPr>
          <a:xfrm>
            <a:off x="426720" y="1307851"/>
            <a:ext cx="8594400" cy="240000"/>
          </a:xfrm>
          <a:prstGeom prst="rect">
            <a:avLst/>
          </a:prstGeom>
          <a:solidFill>
            <a:srgbClr val="FFFF00"/>
          </a:solidFill>
          <a:ln cap="flat" cmpd="sng" w="25400">
            <a:solidFill>
              <a:srgbClr val="FFC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ru-RU" sz="1400" u="none" cap="none" strike="noStrike">
                <a:solidFill>
                  <a:schemeClr val="dk1"/>
                </a:solidFill>
              </a:rPr>
              <a:t>Машинное обучение</a:t>
            </a:r>
            <a:endParaRPr b="1"/>
          </a:p>
        </p:txBody>
      </p:sp>
      <p:sp>
        <p:nvSpPr>
          <p:cNvPr id="618" name="Google Shape;618;g1f58dad81a1_0_170"/>
          <p:cNvSpPr/>
          <p:nvPr/>
        </p:nvSpPr>
        <p:spPr>
          <a:xfrm>
            <a:off x="426718" y="3388417"/>
            <a:ext cx="8594400" cy="221700"/>
          </a:xfrm>
          <a:prstGeom prst="rect">
            <a:avLst/>
          </a:prstGeom>
          <a:solidFill>
            <a:srgbClr val="00B0F0"/>
          </a:solidFill>
          <a:ln cap="flat" cmpd="sng" w="25400">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ru-RU" sz="1400" u="none" cap="none" strike="noStrike">
                <a:solidFill>
                  <a:schemeClr val="dk1"/>
                </a:solidFill>
              </a:rPr>
              <a:t>ЦОС</a:t>
            </a:r>
            <a:endParaRPr b="1"/>
          </a:p>
        </p:txBody>
      </p:sp>
      <p:sp>
        <p:nvSpPr>
          <p:cNvPr id="619" name="Google Shape;619;g1f58dad81a1_0_170"/>
          <p:cNvSpPr/>
          <p:nvPr/>
        </p:nvSpPr>
        <p:spPr>
          <a:xfrm>
            <a:off x="439421" y="2090660"/>
            <a:ext cx="3247500" cy="677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ru-RU" sz="1400" u="sng" cap="none" strike="noStrike">
                <a:solidFill>
                  <a:schemeClr val="dk1"/>
                </a:solidFill>
                <a:latin typeface="Arial"/>
                <a:ea typeface="Arial"/>
                <a:cs typeface="Arial"/>
                <a:sym typeface="Arial"/>
              </a:rPr>
              <a:t>Основы речевых технологий</a:t>
            </a:r>
            <a:endParaRPr>
              <a:solidFill>
                <a:schemeClr val="dk1"/>
              </a:solidFill>
            </a:endParaRPr>
          </a:p>
          <a:p>
            <a:pPr indent="0" lvl="0" marL="0" marR="0" rtl="0" algn="l">
              <a:lnSpc>
                <a:spcPct val="100000"/>
              </a:lnSpc>
              <a:spcBef>
                <a:spcPts val="1200"/>
              </a:spcBef>
              <a:spcAft>
                <a:spcPts val="0"/>
              </a:spcAft>
              <a:buNone/>
            </a:pPr>
            <a:r>
              <a:rPr b="0" i="0" lang="ru-RU" sz="1400" u="sng" cap="none" strike="noStrike">
                <a:solidFill>
                  <a:schemeClr val="dk1"/>
                </a:solidFill>
                <a:latin typeface="Arial"/>
                <a:ea typeface="Arial"/>
                <a:cs typeface="Arial"/>
                <a:sym typeface="Arial"/>
              </a:rPr>
              <a:t>Языки программирования </a:t>
            </a:r>
            <a:endParaRPr>
              <a:solidFill>
                <a:schemeClr val="dk1"/>
              </a:solidFill>
            </a:endParaRPr>
          </a:p>
        </p:txBody>
      </p:sp>
      <p:sp>
        <p:nvSpPr>
          <p:cNvPr id="620" name="Google Shape;620;g1f58dad81a1_0_170"/>
          <p:cNvSpPr/>
          <p:nvPr/>
        </p:nvSpPr>
        <p:spPr>
          <a:xfrm>
            <a:off x="426720" y="1656218"/>
            <a:ext cx="289860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ru-RU" sz="1400" u="none" cap="none" strike="noStrike">
                <a:solidFill>
                  <a:srgbClr val="FF9900"/>
                </a:solidFill>
                <a:latin typeface="Arial"/>
                <a:ea typeface="Arial"/>
                <a:cs typeface="Arial"/>
                <a:sym typeface="Arial"/>
              </a:rPr>
              <a:t>Введение в машинное обучение</a:t>
            </a:r>
            <a:endParaRPr>
              <a:solidFill>
                <a:srgbClr val="FF9900"/>
              </a:solidFill>
            </a:endParaRPr>
          </a:p>
        </p:txBody>
      </p:sp>
      <p:sp>
        <p:nvSpPr>
          <p:cNvPr id="621" name="Google Shape;621;g1f58dad81a1_0_170"/>
          <p:cNvSpPr/>
          <p:nvPr/>
        </p:nvSpPr>
        <p:spPr>
          <a:xfrm>
            <a:off x="439421" y="2909855"/>
            <a:ext cx="277500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ru-RU" sz="1400" u="none" cap="none" strike="noStrike">
                <a:solidFill>
                  <a:srgbClr val="3384FF"/>
                </a:solidFill>
                <a:latin typeface="Arial"/>
                <a:ea typeface="Arial"/>
                <a:cs typeface="Arial"/>
                <a:sym typeface="Arial"/>
              </a:rPr>
              <a:t>Цифровая обработка сигналов</a:t>
            </a:r>
            <a:endParaRPr/>
          </a:p>
        </p:txBody>
      </p:sp>
      <p:sp>
        <p:nvSpPr>
          <p:cNvPr id="622" name="Google Shape;622;g1f58dad81a1_0_170"/>
          <p:cNvSpPr/>
          <p:nvPr/>
        </p:nvSpPr>
        <p:spPr>
          <a:xfrm>
            <a:off x="3612063" y="1656985"/>
            <a:ext cx="190950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ru-RU" sz="1400" u="none" cap="none" strike="noStrike">
                <a:solidFill>
                  <a:srgbClr val="FF9900"/>
                </a:solidFill>
                <a:latin typeface="Arial"/>
                <a:ea typeface="Arial"/>
                <a:cs typeface="Arial"/>
                <a:sym typeface="Arial"/>
              </a:rPr>
              <a:t>Машинное обучение</a:t>
            </a:r>
            <a:endParaRPr>
              <a:solidFill>
                <a:srgbClr val="FF9900"/>
              </a:solidFill>
            </a:endParaRPr>
          </a:p>
        </p:txBody>
      </p:sp>
      <p:sp>
        <p:nvSpPr>
          <p:cNvPr id="623" name="Google Shape;623;g1f58dad81a1_0_170"/>
          <p:cNvSpPr/>
          <p:nvPr/>
        </p:nvSpPr>
        <p:spPr>
          <a:xfrm>
            <a:off x="5987954" y="1652623"/>
            <a:ext cx="303330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ru-RU" sz="1400" u="none" cap="none" strike="noStrike">
                <a:solidFill>
                  <a:srgbClr val="FF9900"/>
                </a:solidFill>
                <a:latin typeface="Arial"/>
                <a:ea typeface="Arial"/>
                <a:cs typeface="Arial"/>
                <a:sym typeface="Arial"/>
              </a:rPr>
              <a:t>Продвинутое машинное обучение</a:t>
            </a:r>
            <a:endParaRPr>
              <a:solidFill>
                <a:srgbClr val="FF9900"/>
              </a:solidFill>
            </a:endParaRPr>
          </a:p>
        </p:txBody>
      </p:sp>
      <p:sp>
        <p:nvSpPr>
          <p:cNvPr id="624" name="Google Shape;624;g1f58dad81a1_0_170"/>
          <p:cNvSpPr/>
          <p:nvPr/>
        </p:nvSpPr>
        <p:spPr>
          <a:xfrm>
            <a:off x="3598053" y="2800744"/>
            <a:ext cx="2020200" cy="52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0" i="0" lang="ru-RU" sz="1400" u="none" cap="none" strike="noStrike">
                <a:solidFill>
                  <a:srgbClr val="3384FF"/>
                </a:solidFill>
                <a:latin typeface="Arial"/>
                <a:ea typeface="Arial"/>
                <a:cs typeface="Arial"/>
                <a:sym typeface="Arial"/>
              </a:rPr>
              <a:t>Цифровая обработка </a:t>
            </a:r>
            <a:br>
              <a:rPr b="0" i="0" lang="ru-RU" sz="1400" u="none" cap="none" strike="noStrike">
                <a:solidFill>
                  <a:srgbClr val="3384FF"/>
                </a:solidFill>
                <a:latin typeface="Arial"/>
                <a:ea typeface="Arial"/>
                <a:cs typeface="Arial"/>
                <a:sym typeface="Arial"/>
              </a:rPr>
            </a:br>
            <a:r>
              <a:rPr b="0" i="0" lang="ru-RU" sz="1400" u="none" cap="none" strike="noStrike">
                <a:solidFill>
                  <a:srgbClr val="3384FF"/>
                </a:solidFill>
                <a:latin typeface="Arial"/>
                <a:ea typeface="Arial"/>
                <a:cs typeface="Arial"/>
                <a:sym typeface="Arial"/>
              </a:rPr>
              <a:t>речевых сигналов</a:t>
            </a:r>
            <a:endParaRPr/>
          </a:p>
        </p:txBody>
      </p:sp>
      <p:sp>
        <p:nvSpPr>
          <p:cNvPr id="625" name="Google Shape;625;g1f58dad81a1_0_170"/>
          <p:cNvSpPr/>
          <p:nvPr/>
        </p:nvSpPr>
        <p:spPr>
          <a:xfrm>
            <a:off x="3551148" y="2124267"/>
            <a:ext cx="2031300" cy="52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0" i="0" lang="ru-RU" sz="1400" u="none" cap="none" strike="noStrike">
                <a:solidFill>
                  <a:srgbClr val="00B050"/>
                </a:solidFill>
                <a:latin typeface="Arial"/>
                <a:ea typeface="Arial"/>
                <a:cs typeface="Arial"/>
                <a:sym typeface="Arial"/>
              </a:rPr>
              <a:t>Анализ </a:t>
            </a:r>
            <a:br>
              <a:rPr b="0" i="0" lang="ru-RU" sz="1400" u="none" cap="none" strike="noStrike">
                <a:solidFill>
                  <a:srgbClr val="00B050"/>
                </a:solidFill>
                <a:latin typeface="Arial"/>
                <a:ea typeface="Arial"/>
                <a:cs typeface="Arial"/>
                <a:sym typeface="Arial"/>
              </a:rPr>
            </a:br>
            <a:r>
              <a:rPr b="0" i="0" lang="ru-RU" sz="1400" u="none" cap="none" strike="noStrike">
                <a:solidFill>
                  <a:srgbClr val="00B050"/>
                </a:solidFill>
                <a:latin typeface="Arial"/>
                <a:ea typeface="Arial"/>
                <a:cs typeface="Arial"/>
                <a:sym typeface="Arial"/>
              </a:rPr>
              <a:t>акустических событий</a:t>
            </a:r>
            <a:endParaRPr/>
          </a:p>
        </p:txBody>
      </p:sp>
      <p:cxnSp>
        <p:nvCxnSpPr>
          <p:cNvPr id="626" name="Google Shape;626;g1f58dad81a1_0_170"/>
          <p:cNvCxnSpPr>
            <a:stCxn id="617" idx="1"/>
            <a:endCxn id="620" idx="1"/>
          </p:cNvCxnSpPr>
          <p:nvPr/>
        </p:nvCxnSpPr>
        <p:spPr>
          <a:xfrm>
            <a:off x="426720" y="1427851"/>
            <a:ext cx="600" cy="382200"/>
          </a:xfrm>
          <a:prstGeom prst="bentConnector3">
            <a:avLst>
              <a:gd fmla="val -35983333" name="adj1"/>
            </a:avLst>
          </a:prstGeom>
          <a:noFill/>
          <a:ln cap="flat" cmpd="sng" w="9525">
            <a:solidFill>
              <a:srgbClr val="FFC000"/>
            </a:solidFill>
            <a:prstDash val="solid"/>
            <a:round/>
            <a:headEnd len="sm" w="sm" type="none"/>
            <a:tailEnd len="med" w="med" type="triangle"/>
          </a:ln>
        </p:spPr>
      </p:cxnSp>
      <p:cxnSp>
        <p:nvCxnSpPr>
          <p:cNvPr id="627" name="Google Shape;627;g1f58dad81a1_0_170"/>
          <p:cNvCxnSpPr>
            <a:stCxn id="618" idx="1"/>
            <a:endCxn id="621" idx="1"/>
          </p:cNvCxnSpPr>
          <p:nvPr/>
        </p:nvCxnSpPr>
        <p:spPr>
          <a:xfrm flipH="1" rot="10800000">
            <a:off x="426718" y="3063667"/>
            <a:ext cx="12600" cy="435600"/>
          </a:xfrm>
          <a:prstGeom prst="bentConnector3">
            <a:avLst>
              <a:gd fmla="val -1814294" name="adj1"/>
            </a:avLst>
          </a:prstGeom>
          <a:noFill/>
          <a:ln cap="flat" cmpd="sng" w="9525">
            <a:solidFill>
              <a:srgbClr val="0070C0"/>
            </a:solidFill>
            <a:prstDash val="solid"/>
            <a:round/>
            <a:headEnd len="sm" w="sm" type="none"/>
            <a:tailEnd len="med" w="med" type="triangle"/>
          </a:ln>
        </p:spPr>
      </p:cxnSp>
      <p:cxnSp>
        <p:nvCxnSpPr>
          <p:cNvPr id="628" name="Google Shape;628;g1f58dad81a1_0_170"/>
          <p:cNvCxnSpPr>
            <a:stCxn id="621" idx="3"/>
            <a:endCxn id="624" idx="1"/>
          </p:cNvCxnSpPr>
          <p:nvPr/>
        </p:nvCxnSpPr>
        <p:spPr>
          <a:xfrm flipH="1" rot="10800000">
            <a:off x="3214421" y="3062255"/>
            <a:ext cx="383700" cy="1500"/>
          </a:xfrm>
          <a:prstGeom prst="bentConnector3">
            <a:avLst>
              <a:gd fmla="val 50015" name="adj1"/>
            </a:avLst>
          </a:prstGeom>
          <a:noFill/>
          <a:ln cap="flat" cmpd="sng" w="9525">
            <a:solidFill>
              <a:srgbClr val="0070C0"/>
            </a:solidFill>
            <a:prstDash val="solid"/>
            <a:round/>
            <a:headEnd len="sm" w="sm" type="none"/>
            <a:tailEnd len="med" w="med" type="triangle"/>
          </a:ln>
        </p:spPr>
      </p:cxnSp>
      <p:cxnSp>
        <p:nvCxnSpPr>
          <p:cNvPr id="629" name="Google Shape;629;g1f58dad81a1_0_170"/>
          <p:cNvCxnSpPr>
            <a:stCxn id="620" idx="3"/>
            <a:endCxn id="622" idx="1"/>
          </p:cNvCxnSpPr>
          <p:nvPr/>
        </p:nvCxnSpPr>
        <p:spPr>
          <a:xfrm>
            <a:off x="3325320" y="1810118"/>
            <a:ext cx="286800" cy="900"/>
          </a:xfrm>
          <a:prstGeom prst="bentConnector3">
            <a:avLst>
              <a:gd fmla="val 49999" name="adj1"/>
            </a:avLst>
          </a:prstGeom>
          <a:noFill/>
          <a:ln cap="flat" cmpd="sng" w="9525">
            <a:solidFill>
              <a:srgbClr val="FFC000"/>
            </a:solidFill>
            <a:prstDash val="solid"/>
            <a:round/>
            <a:headEnd len="sm" w="sm" type="none"/>
            <a:tailEnd len="med" w="med" type="triangle"/>
          </a:ln>
        </p:spPr>
      </p:cxnSp>
      <p:cxnSp>
        <p:nvCxnSpPr>
          <p:cNvPr id="630" name="Google Shape;630;g1f58dad81a1_0_170"/>
          <p:cNvCxnSpPr>
            <a:stCxn id="622" idx="3"/>
            <a:endCxn id="623" idx="1"/>
          </p:cNvCxnSpPr>
          <p:nvPr/>
        </p:nvCxnSpPr>
        <p:spPr>
          <a:xfrm flipH="1" rot="10800000">
            <a:off x="5521563" y="1806385"/>
            <a:ext cx="466500" cy="4500"/>
          </a:xfrm>
          <a:prstGeom prst="bentConnector3">
            <a:avLst>
              <a:gd fmla="val 49989" name="adj1"/>
            </a:avLst>
          </a:prstGeom>
          <a:noFill/>
          <a:ln cap="flat" cmpd="sng" w="9525">
            <a:solidFill>
              <a:srgbClr val="FFC000"/>
            </a:solidFill>
            <a:prstDash val="solid"/>
            <a:round/>
            <a:headEnd len="sm" w="sm" type="none"/>
            <a:tailEnd len="med" w="med" type="triangle"/>
          </a:ln>
        </p:spPr>
      </p:cxnSp>
      <p:sp>
        <p:nvSpPr>
          <p:cNvPr id="631" name="Google Shape;631;g1f58dad81a1_0_170"/>
          <p:cNvSpPr/>
          <p:nvPr/>
        </p:nvSpPr>
        <p:spPr>
          <a:xfrm>
            <a:off x="6146652" y="1952566"/>
            <a:ext cx="287460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ru-RU" sz="1400" u="none" cap="none" strike="noStrike">
                <a:solidFill>
                  <a:srgbClr val="FF9900"/>
                </a:solidFill>
                <a:latin typeface="Arial"/>
                <a:ea typeface="Arial"/>
                <a:cs typeface="Arial"/>
                <a:sym typeface="Arial"/>
              </a:rPr>
              <a:t>Обработка естественного языка</a:t>
            </a:r>
            <a:endParaRPr>
              <a:solidFill>
                <a:srgbClr val="FF9900"/>
              </a:solidFill>
            </a:endParaRPr>
          </a:p>
        </p:txBody>
      </p:sp>
      <p:sp>
        <p:nvSpPr>
          <p:cNvPr id="632" name="Google Shape;632;g1f58dad81a1_0_170"/>
          <p:cNvSpPr/>
          <p:nvPr/>
        </p:nvSpPr>
        <p:spPr>
          <a:xfrm>
            <a:off x="7091432" y="2956735"/>
            <a:ext cx="1909500" cy="307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0" i="0" lang="ru-RU" sz="1400" u="none" cap="none" strike="noStrike">
                <a:solidFill>
                  <a:srgbClr val="00B050"/>
                </a:solidFill>
                <a:latin typeface="Arial"/>
                <a:ea typeface="Arial"/>
                <a:cs typeface="Arial"/>
                <a:sym typeface="Arial"/>
              </a:rPr>
              <a:t>Распознавание речи</a:t>
            </a:r>
            <a:endParaRPr/>
          </a:p>
        </p:txBody>
      </p:sp>
      <p:sp>
        <p:nvSpPr>
          <p:cNvPr id="633" name="Google Shape;633;g1f58dad81a1_0_170"/>
          <p:cNvSpPr/>
          <p:nvPr/>
        </p:nvSpPr>
        <p:spPr>
          <a:xfrm>
            <a:off x="6820524" y="2263814"/>
            <a:ext cx="2180400" cy="307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0" i="0" lang="ru-RU" sz="1400" u="none" cap="none" strike="noStrike">
                <a:solidFill>
                  <a:srgbClr val="00B050"/>
                </a:solidFill>
                <a:latin typeface="Arial"/>
                <a:ea typeface="Arial"/>
                <a:cs typeface="Arial"/>
                <a:sym typeface="Arial"/>
              </a:rPr>
              <a:t>Распознавание диктора</a:t>
            </a:r>
            <a:endParaRPr/>
          </a:p>
        </p:txBody>
      </p:sp>
      <p:sp>
        <p:nvSpPr>
          <p:cNvPr id="634" name="Google Shape;634;g1f58dad81a1_0_170"/>
          <p:cNvSpPr/>
          <p:nvPr/>
        </p:nvSpPr>
        <p:spPr>
          <a:xfrm>
            <a:off x="7757406" y="2601237"/>
            <a:ext cx="1220100" cy="307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0" i="0" lang="ru-RU" sz="1400" u="none" cap="none" strike="noStrike">
                <a:solidFill>
                  <a:srgbClr val="00B050"/>
                </a:solidFill>
                <a:latin typeface="Arial"/>
                <a:ea typeface="Arial"/>
                <a:cs typeface="Arial"/>
                <a:sym typeface="Arial"/>
              </a:rPr>
              <a:t>Синтез речи</a:t>
            </a:r>
            <a:endParaRPr/>
          </a:p>
        </p:txBody>
      </p:sp>
      <p:sp>
        <p:nvSpPr>
          <p:cNvPr id="635" name="Google Shape;635;g1f58dad81a1_0_170"/>
          <p:cNvSpPr/>
          <p:nvPr/>
        </p:nvSpPr>
        <p:spPr>
          <a:xfrm>
            <a:off x="5808351" y="2307306"/>
            <a:ext cx="174300" cy="153300"/>
          </a:xfrm>
          <a:prstGeom prst="ellipse">
            <a:avLst/>
          </a:prstGeom>
          <a:solidFill>
            <a:srgbClr val="00B050"/>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636" name="Google Shape;636;g1f58dad81a1_0_170"/>
          <p:cNvCxnSpPr>
            <a:stCxn id="635" idx="6"/>
            <a:endCxn id="633" idx="1"/>
          </p:cNvCxnSpPr>
          <p:nvPr/>
        </p:nvCxnSpPr>
        <p:spPr>
          <a:xfrm>
            <a:off x="5982651" y="2383956"/>
            <a:ext cx="837900" cy="33900"/>
          </a:xfrm>
          <a:prstGeom prst="straightConnector1">
            <a:avLst/>
          </a:prstGeom>
          <a:noFill/>
          <a:ln cap="flat" cmpd="sng" w="9525">
            <a:solidFill>
              <a:srgbClr val="00B050"/>
            </a:solidFill>
            <a:prstDash val="solid"/>
            <a:round/>
            <a:headEnd len="sm" w="sm" type="none"/>
            <a:tailEnd len="med" w="med" type="triangle"/>
          </a:ln>
        </p:spPr>
      </p:cxnSp>
      <p:cxnSp>
        <p:nvCxnSpPr>
          <p:cNvPr id="637" name="Google Shape;637;g1f58dad81a1_0_170"/>
          <p:cNvCxnSpPr>
            <a:stCxn id="635" idx="6"/>
            <a:endCxn id="634" idx="1"/>
          </p:cNvCxnSpPr>
          <p:nvPr/>
        </p:nvCxnSpPr>
        <p:spPr>
          <a:xfrm>
            <a:off x="5982651" y="2383956"/>
            <a:ext cx="1774800" cy="371100"/>
          </a:xfrm>
          <a:prstGeom prst="straightConnector1">
            <a:avLst/>
          </a:prstGeom>
          <a:noFill/>
          <a:ln cap="flat" cmpd="sng" w="9525">
            <a:solidFill>
              <a:srgbClr val="00B050"/>
            </a:solidFill>
            <a:prstDash val="solid"/>
            <a:round/>
            <a:headEnd len="sm" w="sm" type="none"/>
            <a:tailEnd len="med" w="med" type="triangle"/>
          </a:ln>
        </p:spPr>
      </p:cxnSp>
      <p:cxnSp>
        <p:nvCxnSpPr>
          <p:cNvPr id="638" name="Google Shape;638;g1f58dad81a1_0_170"/>
          <p:cNvCxnSpPr>
            <a:stCxn id="635" idx="6"/>
            <a:endCxn id="632" idx="1"/>
          </p:cNvCxnSpPr>
          <p:nvPr/>
        </p:nvCxnSpPr>
        <p:spPr>
          <a:xfrm>
            <a:off x="5982651" y="2383956"/>
            <a:ext cx="1108800" cy="726600"/>
          </a:xfrm>
          <a:prstGeom prst="straightConnector1">
            <a:avLst/>
          </a:prstGeom>
          <a:noFill/>
          <a:ln cap="flat" cmpd="sng" w="9525">
            <a:solidFill>
              <a:srgbClr val="00B050"/>
            </a:solidFill>
            <a:prstDash val="solid"/>
            <a:round/>
            <a:headEnd len="sm" w="sm" type="none"/>
            <a:tailEnd len="med" w="med" type="triangle"/>
          </a:ln>
        </p:spPr>
      </p:cxnSp>
      <p:cxnSp>
        <p:nvCxnSpPr>
          <p:cNvPr id="639" name="Google Shape;639;g1f58dad81a1_0_170"/>
          <p:cNvCxnSpPr>
            <a:stCxn id="622" idx="3"/>
            <a:endCxn id="635" idx="0"/>
          </p:cNvCxnSpPr>
          <p:nvPr/>
        </p:nvCxnSpPr>
        <p:spPr>
          <a:xfrm>
            <a:off x="5521563" y="1810885"/>
            <a:ext cx="373800" cy="496500"/>
          </a:xfrm>
          <a:prstGeom prst="straightConnector1">
            <a:avLst/>
          </a:prstGeom>
          <a:noFill/>
          <a:ln cap="flat" cmpd="sng" w="9525">
            <a:solidFill>
              <a:srgbClr val="FFC000"/>
            </a:solidFill>
            <a:prstDash val="solid"/>
            <a:round/>
            <a:headEnd len="sm" w="sm" type="none"/>
            <a:tailEnd len="med" w="med" type="triangle"/>
          </a:ln>
        </p:spPr>
      </p:cxnSp>
      <p:cxnSp>
        <p:nvCxnSpPr>
          <p:cNvPr id="640" name="Google Shape;640;g1f58dad81a1_0_170"/>
          <p:cNvCxnSpPr>
            <a:stCxn id="625" idx="3"/>
            <a:endCxn id="635" idx="2"/>
          </p:cNvCxnSpPr>
          <p:nvPr/>
        </p:nvCxnSpPr>
        <p:spPr>
          <a:xfrm flipH="1" rot="10800000">
            <a:off x="5582448" y="2384067"/>
            <a:ext cx="225900" cy="1800"/>
          </a:xfrm>
          <a:prstGeom prst="straightConnector1">
            <a:avLst/>
          </a:prstGeom>
          <a:noFill/>
          <a:ln cap="flat" cmpd="sng" w="9525">
            <a:solidFill>
              <a:srgbClr val="00B050"/>
            </a:solidFill>
            <a:prstDash val="solid"/>
            <a:round/>
            <a:headEnd len="sm" w="sm" type="none"/>
            <a:tailEnd len="med" w="med" type="triangle"/>
          </a:ln>
        </p:spPr>
      </p:cxnSp>
      <p:cxnSp>
        <p:nvCxnSpPr>
          <p:cNvPr id="641" name="Google Shape;641;g1f58dad81a1_0_170"/>
          <p:cNvCxnSpPr>
            <a:stCxn id="624" idx="3"/>
            <a:endCxn id="635" idx="4"/>
          </p:cNvCxnSpPr>
          <p:nvPr/>
        </p:nvCxnSpPr>
        <p:spPr>
          <a:xfrm flipH="1" rot="10800000">
            <a:off x="5618253" y="2460544"/>
            <a:ext cx="277200" cy="601800"/>
          </a:xfrm>
          <a:prstGeom prst="straightConnector1">
            <a:avLst/>
          </a:prstGeom>
          <a:noFill/>
          <a:ln cap="flat" cmpd="sng" w="9525">
            <a:solidFill>
              <a:srgbClr val="3384FF"/>
            </a:solidFill>
            <a:prstDash val="solid"/>
            <a:round/>
            <a:headEnd len="sm" w="sm" type="none"/>
            <a:tailEnd len="med" w="med" type="triangle"/>
          </a:ln>
        </p:spPr>
      </p:cxnSp>
      <p:cxnSp>
        <p:nvCxnSpPr>
          <p:cNvPr id="642" name="Google Shape;642;g1f58dad81a1_0_170"/>
          <p:cNvCxnSpPr>
            <a:stCxn id="622" idx="3"/>
            <a:endCxn id="631" idx="1"/>
          </p:cNvCxnSpPr>
          <p:nvPr/>
        </p:nvCxnSpPr>
        <p:spPr>
          <a:xfrm>
            <a:off x="5521563" y="1810885"/>
            <a:ext cx="625200" cy="295500"/>
          </a:xfrm>
          <a:prstGeom prst="straightConnector1">
            <a:avLst/>
          </a:prstGeom>
          <a:noFill/>
          <a:ln cap="flat" cmpd="sng" w="9525">
            <a:solidFill>
              <a:srgbClr val="FFC000"/>
            </a:solidFill>
            <a:prstDash val="solid"/>
            <a:round/>
            <a:headEnd len="sm" w="sm" type="none"/>
            <a:tailEnd len="med" w="med" type="triangle"/>
          </a:ln>
        </p:spPr>
      </p:cxnSp>
      <p:cxnSp>
        <p:nvCxnSpPr>
          <p:cNvPr id="643" name="Google Shape;643;g1f58dad81a1_0_170"/>
          <p:cNvCxnSpPr>
            <a:stCxn id="620" idx="3"/>
            <a:endCxn id="625" idx="1"/>
          </p:cNvCxnSpPr>
          <p:nvPr/>
        </p:nvCxnSpPr>
        <p:spPr>
          <a:xfrm>
            <a:off x="3325320" y="1810118"/>
            <a:ext cx="225900" cy="575700"/>
          </a:xfrm>
          <a:prstGeom prst="straightConnector1">
            <a:avLst/>
          </a:prstGeom>
          <a:noFill/>
          <a:ln cap="flat" cmpd="sng" w="9525">
            <a:solidFill>
              <a:srgbClr val="FFC000"/>
            </a:solidFill>
            <a:prstDash val="solid"/>
            <a:round/>
            <a:headEnd len="sm" w="sm" type="none"/>
            <a:tailEnd len="med" w="med" type="triangle"/>
          </a:ln>
        </p:spPr>
      </p:cxnSp>
      <p:cxnSp>
        <p:nvCxnSpPr>
          <p:cNvPr id="644" name="Google Shape;644;g1f58dad81a1_0_170"/>
          <p:cNvCxnSpPr>
            <a:stCxn id="621" idx="3"/>
            <a:endCxn id="625" idx="1"/>
          </p:cNvCxnSpPr>
          <p:nvPr/>
        </p:nvCxnSpPr>
        <p:spPr>
          <a:xfrm flipH="1" rot="10800000">
            <a:off x="3214421" y="2385755"/>
            <a:ext cx="336600" cy="678000"/>
          </a:xfrm>
          <a:prstGeom prst="straightConnector1">
            <a:avLst/>
          </a:prstGeom>
          <a:noFill/>
          <a:ln cap="flat" cmpd="sng" w="9525">
            <a:solidFill>
              <a:srgbClr val="3384FF"/>
            </a:solidFill>
            <a:prstDash val="solid"/>
            <a:round/>
            <a:headEnd len="sm" w="sm" type="none"/>
            <a:tailEnd len="med" w="med" type="triangle"/>
          </a:ln>
        </p:spPr>
      </p:cxn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g1f58dad81a1_0_205"/>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u-RU"/>
              <a:t>Магистерская образовательная программа «Речевые технологии и машинное обучение»</a:t>
            </a:r>
            <a:endParaRPr/>
          </a:p>
        </p:txBody>
      </p:sp>
      <p:sp>
        <p:nvSpPr>
          <p:cNvPr id="650" name="Google Shape;650;g1f58dad81a1_0_205"/>
          <p:cNvSpPr txBox="1"/>
          <p:nvPr>
            <p:ph idx="1" type="body"/>
          </p:nvPr>
        </p:nvSpPr>
        <p:spPr>
          <a:xfrm>
            <a:off x="5716148" y="1394935"/>
            <a:ext cx="3030600" cy="2253900"/>
          </a:xfrm>
          <a:prstGeom prst="rect">
            <a:avLst/>
          </a:prstGeom>
          <a:solidFill>
            <a:srgbClr val="FFF2CC"/>
          </a:solidFill>
          <a:ln cap="flat" cmpd="sng" w="9525">
            <a:solidFill>
              <a:srgbClr val="3384FF"/>
            </a:solidFill>
            <a:prstDash val="solid"/>
            <a:round/>
            <a:headEnd len="sm" w="sm" type="none"/>
            <a:tailEnd len="sm" w="sm" type="none"/>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405"/>
              <a:buNone/>
            </a:pPr>
            <a:r>
              <a:rPr lang="ru-RU" sz="1800">
                <a:solidFill>
                  <a:srgbClr val="FF0000"/>
                </a:solidFill>
              </a:rPr>
              <a:t>09.04.02 «Информационные системы и технологии»</a:t>
            </a:r>
            <a:endParaRPr>
              <a:solidFill>
                <a:srgbClr val="FF0000"/>
              </a:solidFill>
            </a:endParaRPr>
          </a:p>
          <a:p>
            <a:pPr indent="0" lvl="0" marL="0" rtl="0" algn="l">
              <a:lnSpc>
                <a:spcPct val="115000"/>
              </a:lnSpc>
              <a:spcBef>
                <a:spcPts val="1200"/>
              </a:spcBef>
              <a:spcAft>
                <a:spcPts val="0"/>
              </a:spcAft>
              <a:buSzPts val="1405"/>
              <a:buNone/>
            </a:pPr>
            <a:r>
              <a:rPr lang="ru-RU" sz="1800"/>
              <a:t>Бюджетные места: 16 </a:t>
            </a:r>
            <a:endParaRPr/>
          </a:p>
          <a:p>
            <a:pPr indent="0" lvl="0" marL="0" rtl="0" algn="l">
              <a:lnSpc>
                <a:spcPct val="115000"/>
              </a:lnSpc>
              <a:spcBef>
                <a:spcPts val="1200"/>
              </a:spcBef>
              <a:spcAft>
                <a:spcPts val="0"/>
              </a:spcAft>
              <a:buSzPts val="1405"/>
              <a:buNone/>
            </a:pPr>
            <a:r>
              <a:rPr lang="ru-RU" sz="1800"/>
              <a:t>Целевые места: 4</a:t>
            </a:r>
            <a:endParaRPr/>
          </a:p>
          <a:p>
            <a:pPr indent="0" lvl="0" marL="0" rtl="0" algn="l">
              <a:lnSpc>
                <a:spcPct val="115000"/>
              </a:lnSpc>
              <a:spcBef>
                <a:spcPts val="1200"/>
              </a:spcBef>
              <a:spcAft>
                <a:spcPts val="1200"/>
              </a:spcAft>
              <a:buSzPts val="1405"/>
              <a:buNone/>
            </a:pPr>
            <a:r>
              <a:rPr lang="ru-RU" sz="1800"/>
              <a:t>Контрактные места: 5</a:t>
            </a:r>
            <a:endParaRPr/>
          </a:p>
        </p:txBody>
      </p:sp>
      <p:sp>
        <p:nvSpPr>
          <p:cNvPr id="651" name="Google Shape;651;g1f58dad81a1_0_20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Clr>
                <a:srgbClr val="F2F2F2"/>
              </a:buClr>
              <a:buSzPts val="750"/>
              <a:buFont typeface="Lustria"/>
              <a:buNone/>
            </a:pPr>
            <a:fld id="{00000000-1234-1234-1234-123412341234}" type="slidenum">
              <a:rPr lang="ru-RU"/>
              <a:t>‹#›</a:t>
            </a:fld>
            <a:endParaRPr/>
          </a:p>
        </p:txBody>
      </p:sp>
      <p:sp>
        <p:nvSpPr>
          <p:cNvPr id="652" name="Google Shape;652;g1f58dad81a1_0_205"/>
          <p:cNvSpPr txBox="1"/>
          <p:nvPr/>
        </p:nvSpPr>
        <p:spPr>
          <a:xfrm>
            <a:off x="686300" y="1394935"/>
            <a:ext cx="4934400" cy="3354900"/>
          </a:xfrm>
          <a:prstGeom prst="rect">
            <a:avLst/>
          </a:prstGeom>
          <a:noFill/>
          <a:ln cap="flat" cmpd="sng" w="9525">
            <a:solidFill>
              <a:srgbClr val="3384FF"/>
            </a:solidFill>
            <a:prstDash val="solid"/>
            <a:round/>
            <a:headEnd len="sm" w="sm" type="none"/>
            <a:tailEnd len="sm" w="sm" type="none"/>
          </a:ln>
        </p:spPr>
        <p:txBody>
          <a:bodyPr anchorCtr="0" anchor="t" bIns="91425" lIns="91425" spcFirstLastPara="1" rIns="91425" wrap="square" tIns="91425">
            <a:normAutofit fontScale="92500" lnSpcReduction="20000"/>
          </a:bodyPr>
          <a:lstStyle/>
          <a:p>
            <a:pPr indent="0" lvl="0" marL="0" marR="0" rtl="0" algn="l">
              <a:lnSpc>
                <a:spcPct val="115000"/>
              </a:lnSpc>
              <a:spcBef>
                <a:spcPts val="0"/>
              </a:spcBef>
              <a:spcAft>
                <a:spcPts val="0"/>
              </a:spcAft>
              <a:buClr>
                <a:schemeClr val="lt1"/>
              </a:buClr>
              <a:buSzPct val="78078"/>
              <a:buFont typeface="Lato"/>
              <a:buNone/>
            </a:pPr>
            <a:r>
              <a:rPr b="1" i="0" lang="ru-RU" sz="1800" u="sng" cap="none" strike="noStrike">
                <a:solidFill>
                  <a:schemeClr val="dk1"/>
                </a:solidFill>
                <a:latin typeface="Lato"/>
                <a:ea typeface="Lato"/>
                <a:cs typeface="Lato"/>
                <a:sym typeface="Lato"/>
              </a:rPr>
              <a:t>Вступительные испытания</a:t>
            </a:r>
            <a:r>
              <a:rPr b="0" i="0" lang="ru-RU" sz="1800" u="none" cap="none" strike="noStrike">
                <a:solidFill>
                  <a:schemeClr val="dk1"/>
                </a:solidFill>
                <a:latin typeface="Lato"/>
                <a:ea typeface="Lato"/>
                <a:cs typeface="Lato"/>
                <a:sym typeface="Lato"/>
              </a:rPr>
              <a:t>:</a:t>
            </a:r>
            <a:endParaRPr>
              <a:solidFill>
                <a:schemeClr val="dk1"/>
              </a:solidFill>
            </a:endParaRPr>
          </a:p>
          <a:p>
            <a:pPr indent="-342900" lvl="0" marL="342900" marR="0" rtl="0" algn="l">
              <a:lnSpc>
                <a:spcPct val="115000"/>
              </a:lnSpc>
              <a:spcBef>
                <a:spcPts val="1200"/>
              </a:spcBef>
              <a:spcAft>
                <a:spcPts val="0"/>
              </a:spcAft>
              <a:buClr>
                <a:schemeClr val="dk1"/>
              </a:buClr>
              <a:buSzPct val="78078"/>
              <a:buFont typeface="Lato"/>
              <a:buAutoNum type="arabicParenR"/>
            </a:pPr>
            <a:r>
              <a:rPr b="0" i="0" lang="ru-RU" sz="1800" u="none" cap="none" strike="noStrike">
                <a:solidFill>
                  <a:schemeClr val="dk1"/>
                </a:solidFill>
                <a:latin typeface="Lato"/>
                <a:ea typeface="Lato"/>
                <a:cs typeface="Lato"/>
                <a:sym typeface="Lato"/>
              </a:rPr>
              <a:t>Вступительный экзамен</a:t>
            </a:r>
            <a:endParaRPr>
              <a:solidFill>
                <a:schemeClr val="dk1"/>
              </a:solidFill>
            </a:endParaRPr>
          </a:p>
          <a:p>
            <a:pPr indent="-342900" lvl="0" marL="342900" marR="0" rtl="0" algn="l">
              <a:lnSpc>
                <a:spcPct val="115000"/>
              </a:lnSpc>
              <a:spcBef>
                <a:spcPts val="1200"/>
              </a:spcBef>
              <a:spcAft>
                <a:spcPts val="0"/>
              </a:spcAft>
              <a:buClr>
                <a:schemeClr val="dk1"/>
              </a:buClr>
              <a:buSzPct val="78078"/>
              <a:buFont typeface="Lato"/>
              <a:buAutoNum type="arabicParenR"/>
            </a:pPr>
            <a:r>
              <a:rPr b="0" i="0" lang="ru-RU" sz="1800" u="none" cap="none" strike="noStrike">
                <a:solidFill>
                  <a:schemeClr val="dk1"/>
                </a:solidFill>
                <a:latin typeface="Lato"/>
                <a:ea typeface="Lato"/>
                <a:cs typeface="Lato"/>
                <a:sym typeface="Lato"/>
              </a:rPr>
              <a:t>Медалист/победитель </a:t>
            </a:r>
            <a:br>
              <a:rPr b="0" i="0" lang="ru-RU" sz="1800" u="none" cap="none" strike="noStrike">
                <a:solidFill>
                  <a:schemeClr val="dk1"/>
                </a:solidFill>
                <a:latin typeface="Lato"/>
                <a:ea typeface="Lato"/>
                <a:cs typeface="Lato"/>
                <a:sym typeface="Lato"/>
              </a:rPr>
            </a:br>
            <a:r>
              <a:rPr b="0" i="0" lang="ru-RU" sz="1800" u="none" cap="none" strike="noStrike">
                <a:solidFill>
                  <a:schemeClr val="dk1"/>
                </a:solidFill>
                <a:latin typeface="Lato"/>
                <a:ea typeface="Lato"/>
                <a:cs typeface="Lato"/>
                <a:sym typeface="Lato"/>
              </a:rPr>
              <a:t>«Я - профессионал»</a:t>
            </a:r>
            <a:endParaRPr>
              <a:solidFill>
                <a:schemeClr val="dk1"/>
              </a:solidFill>
            </a:endParaRPr>
          </a:p>
          <a:p>
            <a:pPr indent="-342900" lvl="0" marL="342900" marR="0" rtl="0" algn="l">
              <a:lnSpc>
                <a:spcPct val="115000"/>
              </a:lnSpc>
              <a:spcBef>
                <a:spcPts val="1200"/>
              </a:spcBef>
              <a:spcAft>
                <a:spcPts val="0"/>
              </a:spcAft>
              <a:buClr>
                <a:schemeClr val="dk1"/>
              </a:buClr>
              <a:buSzPct val="78078"/>
              <a:buFont typeface="Lato"/>
              <a:buAutoNum type="arabicParenR"/>
            </a:pPr>
            <a:r>
              <a:rPr b="0" i="0" lang="ru-RU" sz="1800" u="none" cap="none" strike="noStrike">
                <a:solidFill>
                  <a:schemeClr val="dk1"/>
                </a:solidFill>
                <a:latin typeface="Lato"/>
                <a:ea typeface="Lato"/>
                <a:cs typeface="Lato"/>
                <a:sym typeface="Lato"/>
              </a:rPr>
              <a:t>Конкурс докладов КМУ</a:t>
            </a:r>
            <a:endParaRPr>
              <a:solidFill>
                <a:schemeClr val="dk1"/>
              </a:solidFill>
            </a:endParaRPr>
          </a:p>
          <a:p>
            <a:pPr indent="-342900" lvl="0" marL="342900" marR="0" rtl="0" algn="l">
              <a:lnSpc>
                <a:spcPct val="115000"/>
              </a:lnSpc>
              <a:spcBef>
                <a:spcPts val="1200"/>
              </a:spcBef>
              <a:spcAft>
                <a:spcPts val="0"/>
              </a:spcAft>
              <a:buClr>
                <a:schemeClr val="dk1"/>
              </a:buClr>
              <a:buSzPct val="78078"/>
              <a:buFont typeface="Lato"/>
              <a:buAutoNum type="arabicParenR"/>
            </a:pPr>
            <a:r>
              <a:rPr b="0" i="0" lang="ru-RU" sz="1800" u="none" cap="none" strike="noStrike">
                <a:solidFill>
                  <a:schemeClr val="dk1"/>
                </a:solidFill>
                <a:latin typeface="Lato"/>
                <a:ea typeface="Lato"/>
                <a:cs typeface="Lato"/>
                <a:sym typeface="Lato"/>
              </a:rPr>
              <a:t>Конкурс портфолио ИТМО</a:t>
            </a:r>
            <a:endParaRPr>
              <a:solidFill>
                <a:schemeClr val="dk1"/>
              </a:solidFill>
            </a:endParaRPr>
          </a:p>
          <a:p>
            <a:pPr indent="-342900" lvl="0" marL="342900" marR="0" rtl="0" algn="l">
              <a:lnSpc>
                <a:spcPct val="115000"/>
              </a:lnSpc>
              <a:spcBef>
                <a:spcPts val="1200"/>
              </a:spcBef>
              <a:spcAft>
                <a:spcPts val="0"/>
              </a:spcAft>
              <a:buClr>
                <a:schemeClr val="dk1"/>
              </a:buClr>
              <a:buSzPct val="78078"/>
              <a:buFont typeface="Lato"/>
              <a:buAutoNum type="arabicParenR"/>
            </a:pPr>
            <a:r>
              <a:rPr b="0" i="0" lang="ru-RU" sz="1800" u="none" cap="none" strike="noStrike">
                <a:solidFill>
                  <a:schemeClr val="dk1"/>
                </a:solidFill>
                <a:latin typeface="Lato"/>
                <a:ea typeface="Lato"/>
                <a:cs typeface="Lato"/>
                <a:sym typeface="Lato"/>
              </a:rPr>
              <a:t>МегаОлимпиада ИТМО</a:t>
            </a:r>
            <a:endParaRPr>
              <a:solidFill>
                <a:schemeClr val="dk1"/>
              </a:solidFill>
            </a:endParaRPr>
          </a:p>
          <a:p>
            <a:pPr indent="-342900" lvl="0" marL="342900" marR="0" rtl="0" algn="l">
              <a:lnSpc>
                <a:spcPct val="115000"/>
              </a:lnSpc>
              <a:spcBef>
                <a:spcPts val="1200"/>
              </a:spcBef>
              <a:spcAft>
                <a:spcPts val="1200"/>
              </a:spcAft>
              <a:buClr>
                <a:schemeClr val="dk1"/>
              </a:buClr>
              <a:buSzPct val="78078"/>
              <a:buFont typeface="Lato"/>
              <a:buAutoNum type="arabicParenR"/>
            </a:pPr>
            <a:r>
              <a:rPr b="0" i="0" lang="ru-RU" sz="1800" u="none" cap="none" strike="noStrike">
                <a:solidFill>
                  <a:schemeClr val="dk1"/>
                </a:solidFill>
                <a:latin typeface="Lato"/>
                <a:ea typeface="Lato"/>
                <a:cs typeface="Lato"/>
                <a:sym typeface="Lato"/>
              </a:rPr>
              <a:t>Конкурс «Речевые технологии и Машинное обучение»</a:t>
            </a:r>
            <a:endParaRPr>
              <a:solidFill>
                <a:schemeClr val="dk1"/>
              </a:solidFill>
            </a:endParaRPr>
          </a:p>
        </p:txBody>
      </p:sp>
      <p:sp>
        <p:nvSpPr>
          <p:cNvPr id="653" name="Google Shape;653;g1f58dad81a1_0_205"/>
          <p:cNvSpPr txBox="1"/>
          <p:nvPr/>
        </p:nvSpPr>
        <p:spPr>
          <a:xfrm>
            <a:off x="6635931" y="3735222"/>
            <a:ext cx="2110800" cy="1014600"/>
          </a:xfrm>
          <a:prstGeom prst="rect">
            <a:avLst/>
          </a:prstGeom>
          <a:noFill/>
          <a:ln cap="flat" cmpd="sng" w="9525">
            <a:solidFill>
              <a:srgbClr val="00327D"/>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1200"/>
              </a:spcAft>
              <a:buClr>
                <a:schemeClr val="lt1"/>
              </a:buClr>
              <a:buSzPts val="1300"/>
              <a:buFont typeface="Lato"/>
              <a:buNone/>
            </a:pPr>
            <a:r>
              <a:rPr b="0" i="0" lang="ru-RU" sz="1100" u="none" cap="none" strike="noStrike">
                <a:solidFill>
                  <a:schemeClr val="dk1"/>
                </a:solidFill>
                <a:latin typeface="Lato"/>
                <a:ea typeface="Lato"/>
                <a:cs typeface="Lato"/>
                <a:sym typeface="Lato"/>
              </a:rPr>
              <a:t>Контактное лицо: </a:t>
            </a:r>
            <a:br>
              <a:rPr b="0" i="0" lang="ru-RU" sz="1100" u="none" cap="none" strike="noStrike">
                <a:solidFill>
                  <a:schemeClr val="dk1"/>
                </a:solidFill>
                <a:latin typeface="Lato"/>
                <a:ea typeface="Lato"/>
                <a:cs typeface="Lato"/>
                <a:sym typeface="Lato"/>
              </a:rPr>
            </a:br>
            <a:r>
              <a:rPr b="1" i="0" lang="ru-RU" sz="1100" u="sng" cap="none" strike="noStrike">
                <a:solidFill>
                  <a:schemeClr val="dk1"/>
                </a:solidFill>
                <a:latin typeface="Lato"/>
                <a:ea typeface="Lato"/>
                <a:cs typeface="Lato"/>
                <a:sym typeface="Lato"/>
              </a:rPr>
              <a:t>Олеся Владимировна</a:t>
            </a:r>
            <a:br>
              <a:rPr b="0" i="0" lang="ru-RU" sz="1100" u="none" cap="none" strike="noStrike">
                <a:solidFill>
                  <a:schemeClr val="dk1"/>
                </a:solidFill>
                <a:latin typeface="Lato"/>
                <a:ea typeface="Lato"/>
                <a:cs typeface="Lato"/>
                <a:sym typeface="Lato"/>
              </a:rPr>
            </a:br>
            <a:r>
              <a:rPr b="0" i="0" lang="ru-RU" sz="1100" u="sng" cap="none" strike="noStrike">
                <a:solidFill>
                  <a:schemeClr val="dk1"/>
                </a:solidFill>
                <a:latin typeface="Lato"/>
                <a:ea typeface="Lato"/>
                <a:cs typeface="Lato"/>
                <a:sym typeface="Lato"/>
                <a:hlinkClick r:id="rId3">
                  <a:extLst>
                    <a:ext uri="{A12FA001-AC4F-418D-AE19-62706E023703}">
                      <ahyp:hlinkClr val="tx"/>
                    </a:ext>
                  </a:extLst>
                </a:hlinkClick>
              </a:rPr>
              <a:t>makhnytkina@itmo.ru</a:t>
            </a:r>
            <a:r>
              <a:rPr b="0" i="0" lang="ru-RU" sz="1100" u="none" cap="none" strike="noStrike">
                <a:solidFill>
                  <a:schemeClr val="dk1"/>
                </a:solidFill>
                <a:latin typeface="Lato"/>
                <a:ea typeface="Lato"/>
                <a:cs typeface="Lato"/>
                <a:sym typeface="Lato"/>
              </a:rPr>
              <a:t> </a:t>
            </a:r>
            <a:br>
              <a:rPr b="0" i="0" lang="ru-RU" sz="1100" u="none" cap="none" strike="noStrike">
                <a:solidFill>
                  <a:schemeClr val="dk1"/>
                </a:solidFill>
                <a:latin typeface="Lato"/>
                <a:ea typeface="Lato"/>
                <a:cs typeface="Lato"/>
                <a:sym typeface="Lato"/>
              </a:rPr>
            </a:br>
            <a:r>
              <a:rPr b="0" i="0" lang="ru-RU" sz="1100" u="none" cap="none" strike="noStrike">
                <a:solidFill>
                  <a:schemeClr val="dk1"/>
                </a:solidFill>
                <a:latin typeface="Lato"/>
                <a:ea typeface="Lato"/>
                <a:cs typeface="Lato"/>
                <a:sym typeface="Lato"/>
              </a:rPr>
              <a:t>TG +</a:t>
            </a:r>
            <a:r>
              <a:rPr b="0" i="0" lang="ru-RU" sz="1100" u="sng" cap="none" strike="noStrike">
                <a:solidFill>
                  <a:schemeClr val="dk1"/>
                </a:solidFill>
                <a:latin typeface="Lato"/>
                <a:ea typeface="Lato"/>
                <a:cs typeface="Lato"/>
                <a:sym typeface="Lato"/>
                <a:hlinkClick r:id="rId4">
                  <a:extLst>
                    <a:ext uri="{A12FA001-AC4F-418D-AE19-62706E023703}">
                      <ahyp:hlinkClr val="tx"/>
                    </a:ext>
                  </a:extLst>
                </a:hlinkClick>
              </a:rPr>
              <a:t>7(965)086-58-59</a:t>
            </a:r>
            <a:endParaRPr b="0" i="0" sz="1100" u="none" cap="none" strike="noStrike">
              <a:solidFill>
                <a:schemeClr val="dk1"/>
              </a:solidFill>
              <a:latin typeface="Lato"/>
              <a:ea typeface="Lato"/>
              <a:cs typeface="Lato"/>
              <a:sym typeface="Lato"/>
            </a:endParaRPr>
          </a:p>
        </p:txBody>
      </p:sp>
      <p:pic>
        <p:nvPicPr>
          <p:cNvPr id="654" name="Google Shape;654;g1f58dad81a1_0_205"/>
          <p:cNvPicPr preferRelativeResize="0"/>
          <p:nvPr/>
        </p:nvPicPr>
        <p:blipFill rotWithShape="1">
          <a:blip r:embed="rId5">
            <a:alphaModFix/>
          </a:blip>
          <a:srcRect b="0" l="0" r="0" t="0"/>
          <a:stretch/>
        </p:blipFill>
        <p:spPr>
          <a:xfrm>
            <a:off x="5699082" y="3835651"/>
            <a:ext cx="858472" cy="841802"/>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58" name="Shape 658"/>
        <p:cNvGrpSpPr/>
        <p:nvPr/>
      </p:nvGrpSpPr>
      <p:grpSpPr>
        <a:xfrm>
          <a:off x="0" y="0"/>
          <a:ext cx="0" cy="0"/>
          <a:chOff x="0" y="0"/>
          <a:chExt cx="0" cy="0"/>
        </a:xfrm>
      </p:grpSpPr>
      <p:sp>
        <p:nvSpPr>
          <p:cNvPr id="659" name="Google Shape;659;p25"/>
          <p:cNvSpPr txBox="1"/>
          <p:nvPr>
            <p:ph type="title"/>
          </p:nvPr>
        </p:nvSpPr>
        <p:spPr>
          <a:xfrm>
            <a:off x="457200" y="1801813"/>
            <a:ext cx="8229600" cy="62071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400"/>
              <a:buFont typeface="Golos Text SemiBold"/>
              <a:buNone/>
            </a:pPr>
            <a:r>
              <a:rPr lang="ru-RU" sz="4400"/>
              <a:t>Спасибо</a:t>
            </a:r>
            <a:br>
              <a:rPr lang="ru-RU" sz="4400"/>
            </a:br>
            <a:r>
              <a:rPr lang="ru-RU" sz="4400"/>
              <a:t>за внимание!</a:t>
            </a:r>
            <a:endParaRPr sz="4400"/>
          </a:p>
        </p:txBody>
      </p:sp>
      <p:sp>
        <p:nvSpPr>
          <p:cNvPr id="660" name="Google Shape;660;p25"/>
          <p:cNvSpPr txBox="1"/>
          <p:nvPr/>
        </p:nvSpPr>
        <p:spPr>
          <a:xfrm>
            <a:off x="5606275" y="4158400"/>
            <a:ext cx="3499200" cy="646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br>
              <a:rPr b="0" i="0" lang="ru-RU" sz="1800" u="none" cap="none" strike="noStrike">
                <a:solidFill>
                  <a:schemeClr val="lt1"/>
                </a:solidFill>
                <a:latin typeface="Golos Text"/>
                <a:ea typeface="Golos Text"/>
                <a:cs typeface="Golos Text"/>
                <a:sym typeface="Golos Text"/>
              </a:rPr>
            </a:br>
            <a:r>
              <a:rPr b="0" i="0" lang="ru-RU" sz="1800" u="none" cap="none" strike="noStrike">
                <a:solidFill>
                  <a:schemeClr val="lt1"/>
                </a:solidFill>
                <a:latin typeface="Golos Text"/>
                <a:ea typeface="Golos Text"/>
                <a:cs typeface="Golos Text"/>
                <a:sym typeface="Golos Text"/>
              </a:rPr>
              <a:t>abrosimov.kirill.1999@mail.ru</a:t>
            </a:r>
            <a:endParaRPr b="0" i="0" sz="1800" u="none" cap="none" strike="noStrike">
              <a:solidFill>
                <a:schemeClr val="lt1"/>
              </a:solidFill>
              <a:latin typeface="Golos Text"/>
              <a:ea typeface="Golos Text"/>
              <a:cs typeface="Golos Text"/>
              <a:sym typeface="Golos Text"/>
            </a:endParaRPr>
          </a:p>
        </p:txBody>
      </p:sp>
      <p:sp>
        <p:nvSpPr>
          <p:cNvPr id="661" name="Google Shape;661;p2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ru-RU"/>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Тема1">
  <a:themeElements>
    <a:clrScheme name="Другая 1">
      <a:dk1>
        <a:srgbClr val="000000"/>
      </a:dk1>
      <a:lt1>
        <a:srgbClr val="FFFFFF"/>
      </a:lt1>
      <a:dk2>
        <a:srgbClr val="000000"/>
      </a:dk2>
      <a:lt2>
        <a:srgbClr val="F8F8F8"/>
      </a:lt2>
      <a:accent1>
        <a:srgbClr val="EC0B43"/>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2014-06-27T12:30:22Z</dcterms:created>
  <dc:creator>Al</dc:creator>
</cp:coreProperties>
</file>