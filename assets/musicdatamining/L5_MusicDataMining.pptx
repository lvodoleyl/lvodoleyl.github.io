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Golos Text"/>
      <p:regular r:id="rId40"/>
      <p:bold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Lustria"/>
      <p:regular r:id="rId46"/>
    </p:embeddedFont>
    <p:embeddedFont>
      <p:font typeface="Golos Text SemiBol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hiqogGdLw8YaNiZkgq7FrEEXsV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B89B85-F8B3-4458-9DF6-442BFF33426E}">
  <a:tblStyle styleId="{46B89B85-F8B3-4458-9DF6-442BFF3342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losText-regular.fntdata"/><Relationship Id="rId42" Type="http://schemas.openxmlformats.org/officeDocument/2006/relationships/font" Target="fonts/Lato-regular.fntdata"/><Relationship Id="rId41" Type="http://schemas.openxmlformats.org/officeDocument/2006/relationships/font" Target="fonts/GolosText-bold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Lustria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GolosTextSemiBold-bold.fntdata"/><Relationship Id="rId47" Type="http://schemas.openxmlformats.org/officeDocument/2006/relationships/font" Target="fonts/GolosTextSemiBold-regular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2c83c1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282c83c1f8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39dba05e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39dba05e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39dba05ed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c39dba05ed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c39dba05ed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c39dba05ed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c39dba05ed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c39dba05ed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c39dba05ed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c39dba05ed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c39dba05ed_0_1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c39dba05ed_0_1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c39dba05ed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c39dba05ed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c39dba05ed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c39dba05ed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c39dba05ed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c39dba05ed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c39dba05ed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c39dba05ed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c39dba05ed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c39dba05ed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c39dba05ed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c39dba05ed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c39dba05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2c39dba05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c39dba05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2c39dba05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c39dba05e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2c39dba05e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bc72da1a5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2bc72da1a54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c39dba05ed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2" name="Google Shape;952;g2c39dba05ed_0_10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c39dba05ed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g2c39dba05ed_0_14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c39dba05ed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g2c39dba05ed_0_14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c39dba05ed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6" name="Google Shape;976;g2c39dba05ed_0_10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c39dba05ed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g2c39dba05ed_0_13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c39dba05ed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g2c39dba05ed_0_1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c39dba05ed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0" name="Google Shape;1000;g2c39dba05ed_0_1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c39dba05ed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g2c39dba05ed_0_13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c39dba05ed_0_1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g2c39dba05ed_0_1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c39dba05ed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c39dba05ed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c39dba05ed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c39dba05ed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c39dba05ed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c39dba05ed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c39dba05ed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c39dba05ed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ba3d66f664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g2ba3d66f66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7" name="Google Shape;1107;g2ba3d66f664_0_4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5" name="Google Shape;111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31" name="Google Shape;31;p3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32" name="Google Shape;32;p3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33" name="Google Shape;33;p3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34" name="Google Shape;34;p3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6" name="Google Shape;46;p3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74" name="Google Shape;74;p3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105" name="Google Shape;105;p4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4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3" name="Google Shape;11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4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4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5" name="Google Shape;125;p4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6" name="Google Shape;126;p4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8" name="Google Shape;128;p4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4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30" name="Google Shape;130;p4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131" name="Google Shape;13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4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6" name="Google Shape;136;p4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7" name="Google Shape;137;p4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8" name="Google Shape;138;p4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9" name="Google Shape;13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48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46" name="Google Shape;146;p48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47" name="Google Shape;147;p48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48" name="Google Shape;148;p48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48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52" name="Google Shape;152;p48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53" name="Google Shape;153;p48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154" name="Google Shape;15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39dba05ed_0_28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g2c39dba05ed_0_28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8" name="Google Shape;158;g2c39dba05ed_0_2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gif"/><Relationship Id="rId4" Type="http://schemas.openxmlformats.org/officeDocument/2006/relationships/image" Target="../media/image32.gif"/><Relationship Id="rId5" Type="http://schemas.openxmlformats.org/officeDocument/2006/relationships/image" Target="../media/image29.gif"/><Relationship Id="rId6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olab.research.google.com/drive/1jhL8c3AVji49hLY3rfwOA-XuJiwtPNEt?usp=sharing" TargetMode="External"/><Relationship Id="rId4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>
            <p:ph type="title"/>
          </p:nvPr>
        </p:nvSpPr>
        <p:spPr>
          <a:xfrm>
            <a:off x="679879" y="190292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Введение а 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 </a:t>
            </a:r>
            <a:endParaRPr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>
            <p:ph type="title"/>
          </p:nvPr>
        </p:nvSpPr>
        <p:spPr>
          <a:xfrm>
            <a:off x="672675" y="183697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Введение в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</a:t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2852500" y="4545575"/>
            <a:ext cx="34992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Абросимов Кирилл</a:t>
            </a: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2125125" y="3579450"/>
            <a:ext cx="4985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  <a:t>Основы глубокого обучения: </a:t>
            </a:r>
            <a:b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  <a:t>полносвязные нейронные сети</a:t>
            </a:r>
            <a:endParaRPr b="1" i="0" sz="2000" u="none" cap="none" strike="noStrike">
              <a:solidFill>
                <a:srgbClr val="FFFF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2c83c1f8c_0_7"/>
          <p:cNvSpPr txBox="1"/>
          <p:nvPr>
            <p:ph type="title"/>
          </p:nvPr>
        </p:nvSpPr>
        <p:spPr>
          <a:xfrm>
            <a:off x="243401" y="306435"/>
            <a:ext cx="7038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73" name="Google Shape;173;g282c83c1f8c_0_7"/>
          <p:cNvSpPr txBox="1"/>
          <p:nvPr/>
        </p:nvSpPr>
        <p:spPr>
          <a:xfrm>
            <a:off x="325950" y="1329650"/>
            <a:ext cx="8492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Машинное </a:t>
            </a: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обучение</a:t>
            </a: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 и ИИ в музыку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Общие сведения о нейронных сетях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Градиентный спуск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Выбор lr 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Пример применения FFNN к алгоритмической композиции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4" name="Google Shape;174;g282c83c1f8c_0_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39dba05ed_0_28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/>
              <a:t>Машинное обучение и ИИ в музыке</a:t>
            </a:r>
            <a:endParaRPr sz="2100"/>
          </a:p>
        </p:txBody>
      </p:sp>
      <p:sp>
        <p:nvSpPr>
          <p:cNvPr id="180" name="Google Shape;180;g2c39dba05ed_0_2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 sz="450"/>
              <a:t>‹#›</a:t>
            </a:fld>
            <a:endParaRPr sz="450"/>
          </a:p>
        </p:txBody>
      </p:sp>
      <p:sp>
        <p:nvSpPr>
          <p:cNvPr id="181" name="Google Shape;181;g2c39dba05ed_0_288"/>
          <p:cNvSpPr/>
          <p:nvPr/>
        </p:nvSpPr>
        <p:spPr>
          <a:xfrm>
            <a:off x="201300" y="1069325"/>
            <a:ext cx="8741400" cy="373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" name="Google Shape;182;g2c39dba05ed_0_288"/>
          <p:cNvSpPr/>
          <p:nvPr/>
        </p:nvSpPr>
        <p:spPr>
          <a:xfrm>
            <a:off x="278025" y="1489775"/>
            <a:ext cx="6760200" cy="28944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3" name="Google Shape;183;g2c39dba05ed_0_288"/>
          <p:cNvSpPr/>
          <p:nvPr/>
        </p:nvSpPr>
        <p:spPr>
          <a:xfrm>
            <a:off x="278025" y="1973825"/>
            <a:ext cx="4373700" cy="1926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4" name="Google Shape;184;g2c39dba05ed_0_288"/>
          <p:cNvSpPr txBox="1"/>
          <p:nvPr/>
        </p:nvSpPr>
        <p:spPr>
          <a:xfrm>
            <a:off x="7019100" y="2585338"/>
            <a:ext cx="199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>
                <a:latin typeface="Lato"/>
                <a:ea typeface="Lato"/>
                <a:cs typeface="Lato"/>
                <a:sym typeface="Lato"/>
              </a:rPr>
              <a:t>Искусственный интеллект (AI)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g2c39dba05ed_0_288"/>
          <p:cNvSpPr txBox="1"/>
          <p:nvPr/>
        </p:nvSpPr>
        <p:spPr>
          <a:xfrm>
            <a:off x="4181200" y="1688675"/>
            <a:ext cx="199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700">
                <a:latin typeface="Lato"/>
                <a:ea typeface="Lato"/>
                <a:cs typeface="Lato"/>
                <a:sym typeface="Lato"/>
              </a:rPr>
              <a:t>Машинное обучение (ML)</a:t>
            </a:r>
            <a:endParaRPr b="1"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g2c39dba05ed_0_288"/>
          <p:cNvSpPr txBox="1"/>
          <p:nvPr/>
        </p:nvSpPr>
        <p:spPr>
          <a:xfrm>
            <a:off x="1297500" y="2038000"/>
            <a:ext cx="199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700">
                <a:latin typeface="Lato"/>
                <a:ea typeface="Lato"/>
                <a:cs typeface="Lato"/>
                <a:sym typeface="Lato"/>
              </a:rPr>
              <a:t>Глубокое обучение (DL)</a:t>
            </a:r>
            <a:endParaRPr b="1"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g2c39dba05ed_0_288"/>
          <p:cNvSpPr txBox="1"/>
          <p:nvPr/>
        </p:nvSpPr>
        <p:spPr>
          <a:xfrm>
            <a:off x="4138325" y="1133500"/>
            <a:ext cx="192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Экспертные системы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g2c39dba05ed_0_288"/>
          <p:cNvSpPr txBox="1"/>
          <p:nvPr/>
        </p:nvSpPr>
        <p:spPr>
          <a:xfrm>
            <a:off x="6181000" y="1489775"/>
            <a:ext cx="85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Логика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g2c39dba05ed_0_288"/>
          <p:cNvSpPr txBox="1"/>
          <p:nvPr/>
        </p:nvSpPr>
        <p:spPr>
          <a:xfrm>
            <a:off x="6547250" y="3547250"/>
            <a:ext cx="16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Инженерия знаний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g2c39dba05ed_0_288"/>
          <p:cNvSpPr txBox="1"/>
          <p:nvPr/>
        </p:nvSpPr>
        <p:spPr>
          <a:xfrm>
            <a:off x="7033900" y="2037563"/>
            <a:ext cx="121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Автоматы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g2c39dba05ed_0_288"/>
          <p:cNvSpPr txBox="1"/>
          <p:nvPr/>
        </p:nvSpPr>
        <p:spPr>
          <a:xfrm>
            <a:off x="5827425" y="3983963"/>
            <a:ext cx="121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Онтологии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g2c39dba05ed_0_288"/>
          <p:cNvSpPr txBox="1"/>
          <p:nvPr/>
        </p:nvSpPr>
        <p:spPr>
          <a:xfrm>
            <a:off x="3610200" y="4340250"/>
            <a:ext cx="241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Эволюционные вычисления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g2c39dba05ed_0_288"/>
          <p:cNvSpPr txBox="1"/>
          <p:nvPr/>
        </p:nvSpPr>
        <p:spPr>
          <a:xfrm>
            <a:off x="5966900" y="2521325"/>
            <a:ext cx="932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Деревья принятия решений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g2c39dba05ed_0_288"/>
          <p:cNvSpPr txBox="1"/>
          <p:nvPr/>
        </p:nvSpPr>
        <p:spPr>
          <a:xfrm>
            <a:off x="2047025" y="3823925"/>
            <a:ext cx="107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Ансамбли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g2c39dba05ed_0_288"/>
          <p:cNvSpPr txBox="1"/>
          <p:nvPr/>
        </p:nvSpPr>
        <p:spPr>
          <a:xfrm>
            <a:off x="3297300" y="3792425"/>
            <a:ext cx="107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Окно Парзена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g2c39dba05ed_0_288"/>
          <p:cNvSpPr txBox="1"/>
          <p:nvPr/>
        </p:nvSpPr>
        <p:spPr>
          <a:xfrm>
            <a:off x="3297300" y="1585750"/>
            <a:ext cx="107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DBSCAN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g2c39dba05ed_0_288"/>
          <p:cNvSpPr txBox="1"/>
          <p:nvPr/>
        </p:nvSpPr>
        <p:spPr>
          <a:xfrm>
            <a:off x="1927875" y="1609900"/>
            <a:ext cx="107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Регрессии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g2c39dba05ed_0_288"/>
          <p:cNvSpPr txBox="1"/>
          <p:nvPr/>
        </p:nvSpPr>
        <p:spPr>
          <a:xfrm>
            <a:off x="4621200" y="2521325"/>
            <a:ext cx="107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SVM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g2c39dba05ed_0_288"/>
          <p:cNvSpPr txBox="1"/>
          <p:nvPr/>
        </p:nvSpPr>
        <p:spPr>
          <a:xfrm>
            <a:off x="5459275" y="3352625"/>
            <a:ext cx="107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PCA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g2c39dba05ed_0_288"/>
          <p:cNvSpPr txBox="1"/>
          <p:nvPr/>
        </p:nvSpPr>
        <p:spPr>
          <a:xfrm>
            <a:off x="4435463" y="3647950"/>
            <a:ext cx="107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Q-learning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g2c39dba05ed_0_288"/>
          <p:cNvSpPr txBox="1"/>
          <p:nvPr/>
        </p:nvSpPr>
        <p:spPr>
          <a:xfrm>
            <a:off x="4529203" y="2928725"/>
            <a:ext cx="131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Bayes classification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g2c39dba05ed_0_288"/>
          <p:cNvSpPr txBox="1"/>
          <p:nvPr/>
        </p:nvSpPr>
        <p:spPr>
          <a:xfrm>
            <a:off x="383075" y="2736875"/>
            <a:ext cx="68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MLP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g2c39dba05ed_0_288"/>
          <p:cNvSpPr txBox="1"/>
          <p:nvPr/>
        </p:nvSpPr>
        <p:spPr>
          <a:xfrm>
            <a:off x="482575" y="3137075"/>
            <a:ext cx="85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CNN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g2c39dba05ed_0_288"/>
          <p:cNvSpPr txBox="1"/>
          <p:nvPr/>
        </p:nvSpPr>
        <p:spPr>
          <a:xfrm>
            <a:off x="1149300" y="3352625"/>
            <a:ext cx="85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LSTM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g2c39dba05ed_0_288"/>
          <p:cNvSpPr txBox="1"/>
          <p:nvPr/>
        </p:nvSpPr>
        <p:spPr>
          <a:xfrm>
            <a:off x="1927434" y="3423725"/>
            <a:ext cx="7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GRU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g2c39dba05ed_0_288"/>
          <p:cNvSpPr txBox="1"/>
          <p:nvPr/>
        </p:nvSpPr>
        <p:spPr>
          <a:xfrm>
            <a:off x="1109238" y="2844638"/>
            <a:ext cx="138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Transformers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g2c39dba05ed_0_288"/>
          <p:cNvSpPr txBox="1"/>
          <p:nvPr/>
        </p:nvSpPr>
        <p:spPr>
          <a:xfrm>
            <a:off x="2876759" y="3389225"/>
            <a:ext cx="7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GAN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g2c39dba05ed_0_288"/>
          <p:cNvSpPr txBox="1"/>
          <p:nvPr/>
        </p:nvSpPr>
        <p:spPr>
          <a:xfrm>
            <a:off x="3488659" y="3036425"/>
            <a:ext cx="7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SOM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g2c39dba05ed_0_288"/>
          <p:cNvSpPr txBox="1"/>
          <p:nvPr/>
        </p:nvSpPr>
        <p:spPr>
          <a:xfrm>
            <a:off x="725397" y="2336663"/>
            <a:ext cx="7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VAE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g2c39dba05ed_0_288"/>
          <p:cNvSpPr txBox="1"/>
          <p:nvPr/>
        </p:nvSpPr>
        <p:spPr>
          <a:xfrm>
            <a:off x="3872247" y="2562650"/>
            <a:ext cx="7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AE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g2c39dba05ed_0_288"/>
          <p:cNvSpPr txBox="1"/>
          <p:nvPr/>
        </p:nvSpPr>
        <p:spPr>
          <a:xfrm>
            <a:off x="3078247" y="2263838"/>
            <a:ext cx="7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PNN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g2c39dba05ed_0_288"/>
          <p:cNvSpPr txBox="1"/>
          <p:nvPr/>
        </p:nvSpPr>
        <p:spPr>
          <a:xfrm>
            <a:off x="3129234" y="2623950"/>
            <a:ext cx="7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RBN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g2c39dba05ed_0_288"/>
          <p:cNvSpPr txBox="1"/>
          <p:nvPr/>
        </p:nvSpPr>
        <p:spPr>
          <a:xfrm>
            <a:off x="2414651" y="2930963"/>
            <a:ext cx="107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Lato"/>
                <a:ea typeface="Lato"/>
                <a:cs typeface="Lato"/>
                <a:sym typeface="Lato"/>
              </a:rPr>
              <a:t>RBFNN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c39dba05ed_0_3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219" name="Google Shape;219;g2c39dba05ed_0_3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0" name="Google Shape;220;g2c39dba05ed_0_326"/>
          <p:cNvSpPr/>
          <p:nvPr/>
        </p:nvSpPr>
        <p:spPr>
          <a:xfrm>
            <a:off x="2416775" y="2379275"/>
            <a:ext cx="998400" cy="9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700">
                <a:solidFill>
                  <a:schemeClr val="dk1"/>
                </a:solidFill>
              </a:rPr>
              <a:t>F</a:t>
            </a:r>
            <a:endParaRPr sz="3700">
              <a:solidFill>
                <a:schemeClr val="dk1"/>
              </a:solidFill>
            </a:endParaRPr>
          </a:p>
        </p:txBody>
      </p:sp>
      <p:cxnSp>
        <p:nvCxnSpPr>
          <p:cNvPr id="221" name="Google Shape;221;g2c39dba05ed_0_326"/>
          <p:cNvCxnSpPr>
            <a:endCxn id="220" idx="1"/>
          </p:cNvCxnSpPr>
          <p:nvPr/>
        </p:nvCxnSpPr>
        <p:spPr>
          <a:xfrm>
            <a:off x="1293987" y="1871442"/>
            <a:ext cx="1269000" cy="6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g2c39dba05ed_0_326"/>
          <p:cNvCxnSpPr>
            <a:endCxn id="220" idx="2"/>
          </p:cNvCxnSpPr>
          <p:nvPr/>
        </p:nvCxnSpPr>
        <p:spPr>
          <a:xfrm flipH="1" rot="10800000">
            <a:off x="524075" y="2836325"/>
            <a:ext cx="1892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g2c39dba05ed_0_326"/>
          <p:cNvCxnSpPr>
            <a:endCxn id="220" idx="3"/>
          </p:cNvCxnSpPr>
          <p:nvPr/>
        </p:nvCxnSpPr>
        <p:spPr>
          <a:xfrm flipH="1" rot="10800000">
            <a:off x="1251087" y="3159508"/>
            <a:ext cx="1311900" cy="59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g2c39dba05ed_0_326"/>
          <p:cNvCxnSpPr>
            <a:stCxn id="220" idx="0"/>
          </p:cNvCxnSpPr>
          <p:nvPr/>
        </p:nvCxnSpPr>
        <p:spPr>
          <a:xfrm rot="10800000">
            <a:off x="2887175" y="1208375"/>
            <a:ext cx="28800" cy="11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g2c39dba05ed_0_326"/>
          <p:cNvCxnSpPr>
            <a:stCxn id="220" idx="6"/>
          </p:cNvCxnSpPr>
          <p:nvPr/>
        </p:nvCxnSpPr>
        <p:spPr>
          <a:xfrm flipH="1" rot="10800000">
            <a:off x="3415175" y="2823125"/>
            <a:ext cx="14076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g2c39dba05ed_0_326"/>
          <p:cNvSpPr txBox="1"/>
          <p:nvPr/>
        </p:nvSpPr>
        <p:spPr>
          <a:xfrm>
            <a:off x="702525" y="1547525"/>
            <a:ext cx="67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x_1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g2c39dba05ed_0_326"/>
          <p:cNvSpPr txBox="1"/>
          <p:nvPr/>
        </p:nvSpPr>
        <p:spPr>
          <a:xfrm>
            <a:off x="0" y="2590025"/>
            <a:ext cx="67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x_2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g2c39dba05ed_0_326"/>
          <p:cNvSpPr txBox="1"/>
          <p:nvPr/>
        </p:nvSpPr>
        <p:spPr>
          <a:xfrm>
            <a:off x="601675" y="3753375"/>
            <a:ext cx="67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x_3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g2c39dba05ed_0_326"/>
          <p:cNvSpPr txBox="1"/>
          <p:nvPr/>
        </p:nvSpPr>
        <p:spPr>
          <a:xfrm>
            <a:off x="2939375" y="1054925"/>
            <a:ext cx="47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g2c39dba05ed_0_326"/>
          <p:cNvSpPr txBox="1"/>
          <p:nvPr/>
        </p:nvSpPr>
        <p:spPr>
          <a:xfrm>
            <a:off x="2887175" y="1641075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w_0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g2c39dba05ed_0_326"/>
          <p:cNvSpPr txBox="1"/>
          <p:nvPr/>
        </p:nvSpPr>
        <p:spPr>
          <a:xfrm>
            <a:off x="1606775" y="1641075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w_1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g2c39dba05ed_0_326"/>
          <p:cNvSpPr txBox="1"/>
          <p:nvPr/>
        </p:nvSpPr>
        <p:spPr>
          <a:xfrm>
            <a:off x="1181750" y="2353450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w_2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g2c39dba05ed_0_326"/>
          <p:cNvSpPr txBox="1"/>
          <p:nvPr/>
        </p:nvSpPr>
        <p:spPr>
          <a:xfrm>
            <a:off x="1448650" y="3547113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w_3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g2c39dba05ed_0_326"/>
          <p:cNvSpPr txBox="1"/>
          <p:nvPr/>
        </p:nvSpPr>
        <p:spPr>
          <a:xfrm>
            <a:off x="5320425" y="996800"/>
            <a:ext cx="3152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 = F(1*w_0 + x_1 * w_1 + </a:t>
            </a:r>
            <a:b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+ x_2 * w_2 + x_3 * w_3)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5" name="Google Shape;235;g2c39dba05ed_0_3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725" y="1871452"/>
            <a:ext cx="3152100" cy="2985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c39dba05ed_0_3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241" name="Google Shape;241;g2c39dba05ed_0_3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2" name="Google Shape;242;g2c39dba05ed_0_347"/>
          <p:cNvSpPr/>
          <p:nvPr/>
        </p:nvSpPr>
        <p:spPr>
          <a:xfrm>
            <a:off x="2416775" y="2379275"/>
            <a:ext cx="998400" cy="9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700">
                <a:solidFill>
                  <a:schemeClr val="dk1"/>
                </a:solidFill>
              </a:rPr>
              <a:t>F</a:t>
            </a:r>
            <a:endParaRPr sz="3700">
              <a:solidFill>
                <a:schemeClr val="dk1"/>
              </a:solidFill>
            </a:endParaRPr>
          </a:p>
        </p:txBody>
      </p:sp>
      <p:cxnSp>
        <p:nvCxnSpPr>
          <p:cNvPr id="243" name="Google Shape;243;g2c39dba05ed_0_347"/>
          <p:cNvCxnSpPr>
            <a:endCxn id="242" idx="1"/>
          </p:cNvCxnSpPr>
          <p:nvPr/>
        </p:nvCxnSpPr>
        <p:spPr>
          <a:xfrm>
            <a:off x="1293987" y="1871442"/>
            <a:ext cx="1269000" cy="6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g2c39dba05ed_0_347"/>
          <p:cNvCxnSpPr>
            <a:endCxn id="242" idx="2"/>
          </p:cNvCxnSpPr>
          <p:nvPr/>
        </p:nvCxnSpPr>
        <p:spPr>
          <a:xfrm flipH="1" rot="10800000">
            <a:off x="524075" y="2836325"/>
            <a:ext cx="1892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g2c39dba05ed_0_347"/>
          <p:cNvCxnSpPr>
            <a:endCxn id="242" idx="3"/>
          </p:cNvCxnSpPr>
          <p:nvPr/>
        </p:nvCxnSpPr>
        <p:spPr>
          <a:xfrm flipH="1" rot="10800000">
            <a:off x="1251087" y="3159508"/>
            <a:ext cx="1311900" cy="59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g2c39dba05ed_0_347"/>
          <p:cNvCxnSpPr>
            <a:stCxn id="242" idx="0"/>
          </p:cNvCxnSpPr>
          <p:nvPr/>
        </p:nvCxnSpPr>
        <p:spPr>
          <a:xfrm rot="10800000">
            <a:off x="2887175" y="1208375"/>
            <a:ext cx="28800" cy="11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g2c39dba05ed_0_347"/>
          <p:cNvCxnSpPr>
            <a:stCxn id="242" idx="6"/>
            <a:endCxn id="248" idx="1"/>
          </p:cNvCxnSpPr>
          <p:nvPr/>
        </p:nvCxnSpPr>
        <p:spPr>
          <a:xfrm flipH="1" rot="10800000">
            <a:off x="3415175" y="1396925"/>
            <a:ext cx="1905300" cy="14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g2c39dba05ed_0_347"/>
          <p:cNvSpPr txBox="1"/>
          <p:nvPr/>
        </p:nvSpPr>
        <p:spPr>
          <a:xfrm>
            <a:off x="702525" y="1547525"/>
            <a:ext cx="67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x_1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g2c39dba05ed_0_347"/>
          <p:cNvSpPr txBox="1"/>
          <p:nvPr/>
        </p:nvSpPr>
        <p:spPr>
          <a:xfrm>
            <a:off x="0" y="2590025"/>
            <a:ext cx="67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x_2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g2c39dba05ed_0_347"/>
          <p:cNvSpPr txBox="1"/>
          <p:nvPr/>
        </p:nvSpPr>
        <p:spPr>
          <a:xfrm>
            <a:off x="601675" y="3753375"/>
            <a:ext cx="67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x_3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g2c39dba05ed_0_347"/>
          <p:cNvSpPr txBox="1"/>
          <p:nvPr/>
        </p:nvSpPr>
        <p:spPr>
          <a:xfrm>
            <a:off x="2939375" y="1054925"/>
            <a:ext cx="47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g2c39dba05ed_0_347"/>
          <p:cNvSpPr txBox="1"/>
          <p:nvPr/>
        </p:nvSpPr>
        <p:spPr>
          <a:xfrm>
            <a:off x="2887175" y="1641075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w_0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g2c39dba05ed_0_347"/>
          <p:cNvSpPr txBox="1"/>
          <p:nvPr/>
        </p:nvSpPr>
        <p:spPr>
          <a:xfrm>
            <a:off x="1606775" y="1641075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w_1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g2c39dba05ed_0_347"/>
          <p:cNvSpPr txBox="1"/>
          <p:nvPr/>
        </p:nvSpPr>
        <p:spPr>
          <a:xfrm>
            <a:off x="1181750" y="2353450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w_2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g2c39dba05ed_0_347"/>
          <p:cNvSpPr txBox="1"/>
          <p:nvPr/>
        </p:nvSpPr>
        <p:spPr>
          <a:xfrm>
            <a:off x="1448650" y="3547113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w_3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g2c39dba05ed_0_347"/>
          <p:cNvSpPr txBox="1"/>
          <p:nvPr/>
        </p:nvSpPr>
        <p:spPr>
          <a:xfrm>
            <a:off x="5320425" y="996800"/>
            <a:ext cx="3152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 = F(1*w_0 + x_1 * w_1 + </a:t>
            </a:r>
            <a:b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+ x_2 * w_2 + x_3 * w_3)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57" name="Google Shape;257;g2c39dba05ed_0_347"/>
          <p:cNvGraphicFramePr/>
          <p:nvPr/>
        </p:nvGraphicFramePr>
        <p:xfrm>
          <a:off x="4865275" y="2682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{46B89B85-F8B3-4458-9DF6-442BFF33426E}</a:tableStyleId>
              </a:tblPr>
              <a:tblGrid>
                <a:gridCol w="749775"/>
                <a:gridCol w="967250"/>
                <a:gridCol w="1045600"/>
                <a:gridCol w="1024425"/>
              </a:tblGrid>
              <a:tr h="3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x_1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x_2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x_3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c39dba05ed_0_36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263" name="Google Shape;263;g2c39dba05ed_0_3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264" name="Google Shape;264;g2c39dba05ed_0_368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265" name="Google Shape;265;g2c39dba05ed_0_368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66" name="Google Shape;266;g2c39dba05ed_0_368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67" name="Google Shape;267;g2c39dba05ed_0_368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68" name="Google Shape;268;g2c39dba05ed_0_368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69" name="Google Shape;269;g2c39dba05ed_0_368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70" name="Google Shape;270;g2c39dba05ed_0_368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71" name="Google Shape;271;g2c39dba05ed_0_368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72" name="Google Shape;272;g2c39dba05ed_0_368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273" name="Google Shape;273;g2c39dba05ed_0_368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274" name="Google Shape;274;g2c39dba05ed_0_368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275" name="Google Shape;275;g2c39dba05ed_0_368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276" name="Google Shape;276;g2c39dba05ed_0_368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277" name="Google Shape;277;g2c39dba05ed_0_368"/>
            <p:cNvCxnSpPr>
              <a:stCxn id="275" idx="6"/>
              <a:endCxn id="265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g2c39dba05ed_0_368"/>
            <p:cNvCxnSpPr>
              <a:stCxn id="275" idx="6"/>
              <a:endCxn id="266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g2c39dba05ed_0_368"/>
            <p:cNvCxnSpPr>
              <a:stCxn id="275" idx="6"/>
              <a:endCxn id="267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g2c39dba05ed_0_368"/>
            <p:cNvCxnSpPr>
              <a:stCxn id="275" idx="6"/>
              <a:endCxn id="268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g2c39dba05ed_0_368"/>
            <p:cNvCxnSpPr>
              <a:stCxn id="276" idx="6"/>
              <a:endCxn id="265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" name="Google Shape;282;g2c39dba05ed_0_368"/>
            <p:cNvCxnSpPr>
              <a:stCxn id="276" idx="6"/>
              <a:endCxn id="266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" name="Google Shape;283;g2c39dba05ed_0_368"/>
            <p:cNvCxnSpPr>
              <a:stCxn id="276" idx="6"/>
              <a:endCxn id="267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g2c39dba05ed_0_368"/>
            <p:cNvCxnSpPr>
              <a:stCxn id="276" idx="6"/>
              <a:endCxn id="268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g2c39dba05ed_0_368"/>
            <p:cNvCxnSpPr>
              <a:stCxn id="265" idx="6"/>
              <a:endCxn id="269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g2c39dba05ed_0_368"/>
            <p:cNvCxnSpPr>
              <a:stCxn id="265" idx="6"/>
              <a:endCxn id="270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g2c39dba05ed_0_368"/>
            <p:cNvCxnSpPr>
              <a:stCxn id="265" idx="6"/>
              <a:endCxn id="271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8" name="Google Shape;288;g2c39dba05ed_0_368"/>
            <p:cNvCxnSpPr>
              <a:stCxn id="265" idx="6"/>
              <a:endCxn id="272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9" name="Google Shape;289;g2c39dba05ed_0_368"/>
            <p:cNvCxnSpPr>
              <a:stCxn id="266" idx="6"/>
              <a:endCxn id="269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0" name="Google Shape;290;g2c39dba05ed_0_368"/>
            <p:cNvCxnSpPr>
              <a:stCxn id="266" idx="6"/>
              <a:endCxn id="270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1" name="Google Shape;291;g2c39dba05ed_0_368"/>
            <p:cNvCxnSpPr>
              <a:stCxn id="267" idx="6"/>
              <a:endCxn id="270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g2c39dba05ed_0_368"/>
            <p:cNvCxnSpPr>
              <a:stCxn id="267" idx="6"/>
              <a:endCxn id="271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g2c39dba05ed_0_368"/>
            <p:cNvCxnSpPr>
              <a:stCxn id="266" idx="6"/>
              <a:endCxn id="271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g2c39dba05ed_0_368"/>
            <p:cNvCxnSpPr>
              <a:stCxn id="266" idx="6"/>
              <a:endCxn id="272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g2c39dba05ed_0_368"/>
            <p:cNvCxnSpPr>
              <a:stCxn id="267" idx="6"/>
              <a:endCxn id="269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g2c39dba05ed_0_368"/>
            <p:cNvCxnSpPr>
              <a:stCxn id="267" idx="6"/>
              <a:endCxn id="272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g2c39dba05ed_0_368"/>
            <p:cNvCxnSpPr>
              <a:stCxn id="268" idx="6"/>
              <a:endCxn id="269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g2c39dba05ed_0_368"/>
            <p:cNvCxnSpPr>
              <a:stCxn id="268" idx="6"/>
              <a:endCxn id="270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g2c39dba05ed_0_368"/>
            <p:cNvCxnSpPr>
              <a:stCxn id="268" idx="6"/>
              <a:endCxn id="271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g2c39dba05ed_0_368"/>
            <p:cNvCxnSpPr>
              <a:stCxn id="268" idx="6"/>
              <a:endCxn id="272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g2c39dba05ed_0_368"/>
            <p:cNvCxnSpPr>
              <a:stCxn id="269" idx="6"/>
              <a:endCxn id="273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g2c39dba05ed_0_368"/>
            <p:cNvCxnSpPr>
              <a:stCxn id="269" idx="6"/>
              <a:endCxn id="274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g2c39dba05ed_0_368"/>
            <p:cNvCxnSpPr>
              <a:stCxn id="270" idx="6"/>
              <a:endCxn id="273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g2c39dba05ed_0_368"/>
            <p:cNvCxnSpPr>
              <a:stCxn id="270" idx="6"/>
              <a:endCxn id="274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g2c39dba05ed_0_368"/>
            <p:cNvCxnSpPr>
              <a:stCxn id="271" idx="6"/>
              <a:endCxn id="273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g2c39dba05ed_0_368"/>
            <p:cNvCxnSpPr>
              <a:stCxn id="271" idx="6"/>
              <a:endCxn id="274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g2c39dba05ed_0_368"/>
            <p:cNvCxnSpPr>
              <a:stCxn id="272" idx="6"/>
              <a:endCxn id="273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g2c39dba05ed_0_368"/>
            <p:cNvCxnSpPr>
              <a:stCxn id="272" idx="6"/>
              <a:endCxn id="274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g2c39dba05ed_0_368"/>
            <p:cNvCxnSpPr>
              <a:stCxn id="310" idx="0"/>
              <a:endCxn id="265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g2c39dba05ed_0_368"/>
            <p:cNvCxnSpPr>
              <a:stCxn id="310" idx="0"/>
              <a:endCxn id="266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g2c39dba05ed_0_368"/>
            <p:cNvCxnSpPr>
              <a:stCxn id="310" idx="0"/>
              <a:endCxn id="267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0" name="Google Shape;310;g2c39dba05ed_0_368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313" name="Google Shape;313;g2c39dba05ed_0_368"/>
            <p:cNvCxnSpPr>
              <a:stCxn id="310" idx="0"/>
              <a:endCxn id="268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4" name="Google Shape;314;g2c39dba05ed_0_368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315" name="Google Shape;315;g2c39dba05ed_0_368"/>
            <p:cNvCxnSpPr>
              <a:stCxn id="314" idx="0"/>
              <a:endCxn id="269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g2c39dba05ed_0_368"/>
            <p:cNvCxnSpPr>
              <a:stCxn id="314" idx="0"/>
              <a:endCxn id="270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g2c39dba05ed_0_368"/>
            <p:cNvCxnSpPr>
              <a:stCxn id="314" idx="0"/>
              <a:endCxn id="271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g2c39dba05ed_0_368"/>
            <p:cNvCxnSpPr>
              <a:stCxn id="314" idx="0"/>
              <a:endCxn id="272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9" name="Google Shape;319;g2c39dba05ed_0_368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320" name="Google Shape;320;g2c39dba05ed_0_368"/>
            <p:cNvCxnSpPr>
              <a:stCxn id="319" idx="0"/>
              <a:endCxn id="273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g2c39dba05ed_0_368"/>
            <p:cNvCxnSpPr>
              <a:stCxn id="319" idx="0"/>
              <a:endCxn id="274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" name="Google Shape;322;g2c39dba05ed_0_368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323" name="Google Shape;323;g2c39dba05ed_0_368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324" name="Google Shape;324;g2c39dba05ed_0_368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25" name="Google Shape;325;g2c39dba05ed_0_368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326" name="Google Shape;326;g2c39dba05ed_0_368"/>
            <p:cNvCxnSpPr>
              <a:stCxn id="322" idx="2"/>
              <a:endCxn id="324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g2c39dba05ed_0_368"/>
            <p:cNvCxnSpPr>
              <a:stCxn id="323" idx="2"/>
              <a:endCxn id="325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c39dba05ed_0_4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333" name="Google Shape;333;g2c39dba05ed_0_4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334" name="Google Shape;334;g2c39dba05ed_0_437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335" name="Google Shape;335;g2c39dba05ed_0_437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36" name="Google Shape;336;g2c39dba05ed_0_437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37" name="Google Shape;337;g2c39dba05ed_0_437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38" name="Google Shape;338;g2c39dba05ed_0_437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39" name="Google Shape;339;g2c39dba05ed_0_437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40" name="Google Shape;340;g2c39dba05ed_0_437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41" name="Google Shape;341;g2c39dba05ed_0_437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42" name="Google Shape;342;g2c39dba05ed_0_437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43" name="Google Shape;343;g2c39dba05ed_0_437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344" name="Google Shape;344;g2c39dba05ed_0_437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345" name="Google Shape;345;g2c39dba05ed_0_437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346" name="Google Shape;346;g2c39dba05ed_0_437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347" name="Google Shape;347;g2c39dba05ed_0_437"/>
            <p:cNvCxnSpPr>
              <a:stCxn id="345" idx="6"/>
              <a:endCxn id="335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g2c39dba05ed_0_437"/>
            <p:cNvCxnSpPr>
              <a:stCxn id="345" idx="6"/>
              <a:endCxn id="336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g2c39dba05ed_0_437"/>
            <p:cNvCxnSpPr>
              <a:stCxn id="345" idx="6"/>
              <a:endCxn id="337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g2c39dba05ed_0_437"/>
            <p:cNvCxnSpPr>
              <a:stCxn id="345" idx="6"/>
              <a:endCxn id="338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g2c39dba05ed_0_437"/>
            <p:cNvCxnSpPr>
              <a:stCxn id="346" idx="6"/>
              <a:endCxn id="335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g2c39dba05ed_0_437"/>
            <p:cNvCxnSpPr>
              <a:stCxn id="346" idx="6"/>
              <a:endCxn id="336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g2c39dba05ed_0_437"/>
            <p:cNvCxnSpPr>
              <a:stCxn id="346" idx="6"/>
              <a:endCxn id="337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g2c39dba05ed_0_437"/>
            <p:cNvCxnSpPr>
              <a:stCxn id="346" idx="6"/>
              <a:endCxn id="338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g2c39dba05ed_0_437"/>
            <p:cNvCxnSpPr>
              <a:stCxn id="335" idx="6"/>
              <a:endCxn id="339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g2c39dba05ed_0_437"/>
            <p:cNvCxnSpPr>
              <a:stCxn id="335" idx="6"/>
              <a:endCxn id="340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g2c39dba05ed_0_437"/>
            <p:cNvCxnSpPr>
              <a:stCxn id="335" idx="6"/>
              <a:endCxn id="341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g2c39dba05ed_0_437"/>
            <p:cNvCxnSpPr>
              <a:stCxn id="335" idx="6"/>
              <a:endCxn id="342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g2c39dba05ed_0_437"/>
            <p:cNvCxnSpPr>
              <a:stCxn id="336" idx="6"/>
              <a:endCxn id="339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g2c39dba05ed_0_437"/>
            <p:cNvCxnSpPr>
              <a:stCxn id="336" idx="6"/>
              <a:endCxn id="340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g2c39dba05ed_0_437"/>
            <p:cNvCxnSpPr>
              <a:stCxn id="337" idx="6"/>
              <a:endCxn id="340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g2c39dba05ed_0_437"/>
            <p:cNvCxnSpPr>
              <a:stCxn id="337" idx="6"/>
              <a:endCxn id="341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g2c39dba05ed_0_437"/>
            <p:cNvCxnSpPr>
              <a:stCxn id="336" idx="6"/>
              <a:endCxn id="341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g2c39dba05ed_0_437"/>
            <p:cNvCxnSpPr>
              <a:stCxn id="336" idx="6"/>
              <a:endCxn id="342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g2c39dba05ed_0_437"/>
            <p:cNvCxnSpPr>
              <a:stCxn id="337" idx="6"/>
              <a:endCxn id="339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g2c39dba05ed_0_437"/>
            <p:cNvCxnSpPr>
              <a:stCxn id="337" idx="6"/>
              <a:endCxn id="342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g2c39dba05ed_0_437"/>
            <p:cNvCxnSpPr>
              <a:stCxn id="338" idx="6"/>
              <a:endCxn id="339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" name="Google Shape;368;g2c39dba05ed_0_437"/>
            <p:cNvCxnSpPr>
              <a:stCxn id="338" idx="6"/>
              <a:endCxn id="340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g2c39dba05ed_0_437"/>
            <p:cNvCxnSpPr>
              <a:stCxn id="338" idx="6"/>
              <a:endCxn id="341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g2c39dba05ed_0_437"/>
            <p:cNvCxnSpPr>
              <a:stCxn id="338" idx="6"/>
              <a:endCxn id="342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g2c39dba05ed_0_437"/>
            <p:cNvCxnSpPr>
              <a:stCxn id="339" idx="6"/>
              <a:endCxn id="343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g2c39dba05ed_0_437"/>
            <p:cNvCxnSpPr>
              <a:stCxn id="339" idx="6"/>
              <a:endCxn id="344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g2c39dba05ed_0_437"/>
            <p:cNvCxnSpPr>
              <a:stCxn id="340" idx="6"/>
              <a:endCxn id="343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g2c39dba05ed_0_437"/>
            <p:cNvCxnSpPr>
              <a:stCxn id="340" idx="6"/>
              <a:endCxn id="344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g2c39dba05ed_0_437"/>
            <p:cNvCxnSpPr>
              <a:stCxn id="341" idx="6"/>
              <a:endCxn id="343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g2c39dba05ed_0_437"/>
            <p:cNvCxnSpPr>
              <a:stCxn id="341" idx="6"/>
              <a:endCxn id="344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g2c39dba05ed_0_437"/>
            <p:cNvCxnSpPr>
              <a:stCxn id="342" idx="6"/>
              <a:endCxn id="343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g2c39dba05ed_0_437"/>
            <p:cNvCxnSpPr>
              <a:stCxn id="342" idx="6"/>
              <a:endCxn id="344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g2c39dba05ed_0_437"/>
            <p:cNvCxnSpPr>
              <a:stCxn id="380" idx="0"/>
              <a:endCxn id="335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g2c39dba05ed_0_437"/>
            <p:cNvCxnSpPr>
              <a:stCxn id="380" idx="0"/>
              <a:endCxn id="336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g2c39dba05ed_0_437"/>
            <p:cNvCxnSpPr>
              <a:stCxn id="380" idx="0"/>
              <a:endCxn id="337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0" name="Google Shape;380;g2c39dba05ed_0_437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383" name="Google Shape;383;g2c39dba05ed_0_437"/>
            <p:cNvCxnSpPr>
              <a:stCxn id="380" idx="0"/>
              <a:endCxn id="338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4" name="Google Shape;384;g2c39dba05ed_0_437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385" name="Google Shape;385;g2c39dba05ed_0_437"/>
            <p:cNvCxnSpPr>
              <a:stCxn id="384" idx="0"/>
              <a:endCxn id="339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g2c39dba05ed_0_437"/>
            <p:cNvCxnSpPr>
              <a:stCxn id="384" idx="0"/>
              <a:endCxn id="340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g2c39dba05ed_0_437"/>
            <p:cNvCxnSpPr>
              <a:stCxn id="384" idx="0"/>
              <a:endCxn id="341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g2c39dba05ed_0_437"/>
            <p:cNvCxnSpPr>
              <a:stCxn id="384" idx="0"/>
              <a:endCxn id="342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9" name="Google Shape;389;g2c39dba05ed_0_437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390" name="Google Shape;390;g2c39dba05ed_0_437"/>
            <p:cNvCxnSpPr>
              <a:stCxn id="389" idx="0"/>
              <a:endCxn id="343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g2c39dba05ed_0_437"/>
            <p:cNvCxnSpPr>
              <a:stCxn id="389" idx="0"/>
              <a:endCxn id="344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2" name="Google Shape;392;g2c39dba05ed_0_437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393" name="Google Shape;393;g2c39dba05ed_0_437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394" name="Google Shape;394;g2c39dba05ed_0_437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395" name="Google Shape;395;g2c39dba05ed_0_437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396" name="Google Shape;396;g2c39dba05ed_0_437"/>
            <p:cNvCxnSpPr>
              <a:stCxn id="392" idx="2"/>
              <a:endCxn id="394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g2c39dba05ed_0_437"/>
            <p:cNvCxnSpPr>
              <a:stCxn id="393" idx="2"/>
              <a:endCxn id="395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8" name="Google Shape;398;g2c39dba05ed_0_437"/>
          <p:cNvSpPr/>
          <p:nvPr/>
        </p:nvSpPr>
        <p:spPr>
          <a:xfrm>
            <a:off x="5560550" y="1006225"/>
            <a:ext cx="3518100" cy="365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Функции активации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g2c39dba05ed_0_4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4725" y="1425500"/>
            <a:ext cx="2387450" cy="14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2c39dba05ed_0_4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724" y="2977969"/>
            <a:ext cx="2387450" cy="125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2c39dba05ed_0_4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6400" y="2171700"/>
            <a:ext cx="20574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2c39dba05ed_0_4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25500" y="3809200"/>
            <a:ext cx="16383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c39dba05ed_0_13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408" name="Google Shape;408;g2c39dba05ed_0_13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409" name="Google Shape;409;g2c39dba05ed_0_1340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410" name="Google Shape;410;g2c39dba05ed_0_1340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1" name="Google Shape;411;g2c39dba05ed_0_1340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2" name="Google Shape;412;g2c39dba05ed_0_1340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3" name="Google Shape;413;g2c39dba05ed_0_1340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4" name="Google Shape;414;g2c39dba05ed_0_1340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5" name="Google Shape;415;g2c39dba05ed_0_1340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6" name="Google Shape;416;g2c39dba05ed_0_1340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7" name="Google Shape;417;g2c39dba05ed_0_1340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18" name="Google Shape;418;g2c39dba05ed_0_1340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419" name="Google Shape;419;g2c39dba05ed_0_1340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420" name="Google Shape;420;g2c39dba05ed_0_1340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421" name="Google Shape;421;g2c39dba05ed_0_1340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422" name="Google Shape;422;g2c39dba05ed_0_1340"/>
            <p:cNvCxnSpPr>
              <a:stCxn id="420" idx="6"/>
              <a:endCxn id="410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g2c39dba05ed_0_1340"/>
            <p:cNvCxnSpPr>
              <a:stCxn id="420" idx="6"/>
              <a:endCxn id="411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g2c39dba05ed_0_1340"/>
            <p:cNvCxnSpPr>
              <a:stCxn id="420" idx="6"/>
              <a:endCxn id="412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g2c39dba05ed_0_1340"/>
            <p:cNvCxnSpPr>
              <a:stCxn id="420" idx="6"/>
              <a:endCxn id="413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g2c39dba05ed_0_1340"/>
            <p:cNvCxnSpPr>
              <a:stCxn id="421" idx="6"/>
              <a:endCxn id="410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g2c39dba05ed_0_1340"/>
            <p:cNvCxnSpPr>
              <a:stCxn id="421" idx="6"/>
              <a:endCxn id="411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g2c39dba05ed_0_1340"/>
            <p:cNvCxnSpPr>
              <a:stCxn id="421" idx="6"/>
              <a:endCxn id="412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g2c39dba05ed_0_1340"/>
            <p:cNvCxnSpPr>
              <a:stCxn id="421" idx="6"/>
              <a:endCxn id="413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g2c39dba05ed_0_1340"/>
            <p:cNvCxnSpPr>
              <a:stCxn id="410" idx="6"/>
              <a:endCxn id="414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g2c39dba05ed_0_1340"/>
            <p:cNvCxnSpPr>
              <a:stCxn id="410" idx="6"/>
              <a:endCxn id="415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g2c39dba05ed_0_1340"/>
            <p:cNvCxnSpPr>
              <a:stCxn id="410" idx="6"/>
              <a:endCxn id="416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g2c39dba05ed_0_1340"/>
            <p:cNvCxnSpPr>
              <a:stCxn id="410" idx="6"/>
              <a:endCxn id="417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g2c39dba05ed_0_1340"/>
            <p:cNvCxnSpPr>
              <a:stCxn id="411" idx="6"/>
              <a:endCxn id="414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" name="Google Shape;435;g2c39dba05ed_0_1340"/>
            <p:cNvCxnSpPr>
              <a:stCxn id="411" idx="6"/>
              <a:endCxn id="415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g2c39dba05ed_0_1340"/>
            <p:cNvCxnSpPr>
              <a:stCxn id="412" idx="6"/>
              <a:endCxn id="415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g2c39dba05ed_0_1340"/>
            <p:cNvCxnSpPr>
              <a:stCxn id="412" idx="6"/>
              <a:endCxn id="416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g2c39dba05ed_0_1340"/>
            <p:cNvCxnSpPr>
              <a:stCxn id="411" idx="6"/>
              <a:endCxn id="416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g2c39dba05ed_0_1340"/>
            <p:cNvCxnSpPr>
              <a:stCxn id="411" idx="6"/>
              <a:endCxn id="417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g2c39dba05ed_0_1340"/>
            <p:cNvCxnSpPr>
              <a:stCxn id="412" idx="6"/>
              <a:endCxn id="414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g2c39dba05ed_0_1340"/>
            <p:cNvCxnSpPr>
              <a:stCxn id="412" idx="6"/>
              <a:endCxn id="417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g2c39dba05ed_0_1340"/>
            <p:cNvCxnSpPr>
              <a:stCxn id="413" idx="6"/>
              <a:endCxn id="414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g2c39dba05ed_0_1340"/>
            <p:cNvCxnSpPr>
              <a:stCxn id="413" idx="6"/>
              <a:endCxn id="415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g2c39dba05ed_0_1340"/>
            <p:cNvCxnSpPr>
              <a:stCxn id="413" idx="6"/>
              <a:endCxn id="416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g2c39dba05ed_0_1340"/>
            <p:cNvCxnSpPr>
              <a:stCxn id="413" idx="6"/>
              <a:endCxn id="417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g2c39dba05ed_0_1340"/>
            <p:cNvCxnSpPr>
              <a:stCxn id="414" idx="6"/>
              <a:endCxn id="418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g2c39dba05ed_0_1340"/>
            <p:cNvCxnSpPr>
              <a:stCxn id="414" idx="6"/>
              <a:endCxn id="419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g2c39dba05ed_0_1340"/>
            <p:cNvCxnSpPr>
              <a:stCxn id="415" idx="6"/>
              <a:endCxn id="418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g2c39dba05ed_0_1340"/>
            <p:cNvCxnSpPr>
              <a:stCxn id="415" idx="6"/>
              <a:endCxn id="419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g2c39dba05ed_0_1340"/>
            <p:cNvCxnSpPr>
              <a:stCxn id="416" idx="6"/>
              <a:endCxn id="418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g2c39dba05ed_0_1340"/>
            <p:cNvCxnSpPr>
              <a:stCxn id="416" idx="6"/>
              <a:endCxn id="419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g2c39dba05ed_0_1340"/>
            <p:cNvCxnSpPr>
              <a:stCxn id="417" idx="6"/>
              <a:endCxn id="418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g2c39dba05ed_0_1340"/>
            <p:cNvCxnSpPr>
              <a:stCxn id="417" idx="6"/>
              <a:endCxn id="419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g2c39dba05ed_0_1340"/>
            <p:cNvCxnSpPr>
              <a:stCxn id="455" idx="0"/>
              <a:endCxn id="410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g2c39dba05ed_0_1340"/>
            <p:cNvCxnSpPr>
              <a:stCxn id="455" idx="0"/>
              <a:endCxn id="411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g2c39dba05ed_0_1340"/>
            <p:cNvCxnSpPr>
              <a:stCxn id="455" idx="0"/>
              <a:endCxn id="412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5" name="Google Shape;455;g2c39dba05ed_0_1340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458" name="Google Shape;458;g2c39dba05ed_0_1340"/>
            <p:cNvCxnSpPr>
              <a:stCxn id="455" idx="0"/>
              <a:endCxn id="413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9" name="Google Shape;459;g2c39dba05ed_0_1340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460" name="Google Shape;460;g2c39dba05ed_0_1340"/>
            <p:cNvCxnSpPr>
              <a:stCxn id="459" idx="0"/>
              <a:endCxn id="414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g2c39dba05ed_0_1340"/>
            <p:cNvCxnSpPr>
              <a:stCxn id="459" idx="0"/>
              <a:endCxn id="415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g2c39dba05ed_0_1340"/>
            <p:cNvCxnSpPr>
              <a:stCxn id="459" idx="0"/>
              <a:endCxn id="416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g2c39dba05ed_0_1340"/>
            <p:cNvCxnSpPr>
              <a:stCxn id="459" idx="0"/>
              <a:endCxn id="417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" name="Google Shape;464;g2c39dba05ed_0_1340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465" name="Google Shape;465;g2c39dba05ed_0_1340"/>
            <p:cNvCxnSpPr>
              <a:stCxn id="464" idx="0"/>
              <a:endCxn id="418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g2c39dba05ed_0_1340"/>
            <p:cNvCxnSpPr>
              <a:stCxn id="464" idx="0"/>
              <a:endCxn id="419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7" name="Google Shape;467;g2c39dba05ed_0_1340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468" name="Google Shape;468;g2c39dba05ed_0_1340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469" name="Google Shape;469;g2c39dba05ed_0_1340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70" name="Google Shape;470;g2c39dba05ed_0_1340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471" name="Google Shape;471;g2c39dba05ed_0_1340"/>
            <p:cNvCxnSpPr>
              <a:stCxn id="467" idx="2"/>
              <a:endCxn id="469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g2c39dba05ed_0_1340"/>
            <p:cNvCxnSpPr>
              <a:stCxn id="468" idx="2"/>
              <a:endCxn id="470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3" name="Google Shape;473;g2c39dba05ed_0_1340"/>
          <p:cNvSpPr/>
          <p:nvPr/>
        </p:nvSpPr>
        <p:spPr>
          <a:xfrm>
            <a:off x="5560550" y="1006225"/>
            <a:ext cx="3518100" cy="365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Функции активации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g2c39dba05ed_0_13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4725" y="1425500"/>
            <a:ext cx="2387450" cy="14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2c39dba05ed_0_13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724" y="2977969"/>
            <a:ext cx="2387450" cy="125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2c39dba05ed_0_13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6400" y="2171700"/>
            <a:ext cx="20574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2c39dba05ed_0_13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25500" y="3809200"/>
            <a:ext cx="16383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2c39dba05ed_0_13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1119600"/>
            <a:ext cx="5527201" cy="170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2c39dba05ed_0_13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0550" y="991752"/>
            <a:ext cx="3518099" cy="3685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c39dba05ed_0_51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485" name="Google Shape;485;g2c39dba05ed_0_5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486" name="Google Shape;486;g2c39dba05ed_0_511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487" name="Google Shape;487;g2c39dba05ed_0_511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88" name="Google Shape;488;g2c39dba05ed_0_511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89" name="Google Shape;489;g2c39dba05ed_0_511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90" name="Google Shape;490;g2c39dba05ed_0_511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91" name="Google Shape;491;g2c39dba05ed_0_511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92" name="Google Shape;492;g2c39dba05ed_0_511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93" name="Google Shape;493;g2c39dba05ed_0_511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94" name="Google Shape;494;g2c39dba05ed_0_511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495" name="Google Shape;495;g2c39dba05ed_0_511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496" name="Google Shape;496;g2c39dba05ed_0_511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497" name="Google Shape;497;g2c39dba05ed_0_511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498" name="Google Shape;498;g2c39dba05ed_0_511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499" name="Google Shape;499;g2c39dba05ed_0_511"/>
            <p:cNvCxnSpPr>
              <a:stCxn id="497" idx="6"/>
              <a:endCxn id="487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g2c39dba05ed_0_511"/>
            <p:cNvCxnSpPr>
              <a:stCxn id="497" idx="6"/>
              <a:endCxn id="488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g2c39dba05ed_0_511"/>
            <p:cNvCxnSpPr>
              <a:stCxn id="497" idx="6"/>
              <a:endCxn id="489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2" name="Google Shape;502;g2c39dba05ed_0_511"/>
            <p:cNvCxnSpPr>
              <a:stCxn id="497" idx="6"/>
              <a:endCxn id="490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g2c39dba05ed_0_511"/>
            <p:cNvCxnSpPr>
              <a:stCxn id="498" idx="6"/>
              <a:endCxn id="487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g2c39dba05ed_0_511"/>
            <p:cNvCxnSpPr>
              <a:stCxn id="498" idx="6"/>
              <a:endCxn id="488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g2c39dba05ed_0_511"/>
            <p:cNvCxnSpPr>
              <a:stCxn id="498" idx="6"/>
              <a:endCxn id="489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g2c39dba05ed_0_511"/>
            <p:cNvCxnSpPr>
              <a:stCxn id="498" idx="6"/>
              <a:endCxn id="490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g2c39dba05ed_0_511"/>
            <p:cNvCxnSpPr>
              <a:stCxn id="487" idx="6"/>
              <a:endCxn id="491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g2c39dba05ed_0_511"/>
            <p:cNvCxnSpPr>
              <a:stCxn id="487" idx="6"/>
              <a:endCxn id="492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g2c39dba05ed_0_511"/>
            <p:cNvCxnSpPr>
              <a:stCxn id="487" idx="6"/>
              <a:endCxn id="493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g2c39dba05ed_0_511"/>
            <p:cNvCxnSpPr>
              <a:stCxn id="487" idx="6"/>
              <a:endCxn id="494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g2c39dba05ed_0_511"/>
            <p:cNvCxnSpPr>
              <a:stCxn id="488" idx="6"/>
              <a:endCxn id="491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g2c39dba05ed_0_511"/>
            <p:cNvCxnSpPr>
              <a:stCxn id="488" idx="6"/>
              <a:endCxn id="492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g2c39dba05ed_0_511"/>
            <p:cNvCxnSpPr>
              <a:stCxn id="489" idx="6"/>
              <a:endCxn id="492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g2c39dba05ed_0_511"/>
            <p:cNvCxnSpPr>
              <a:stCxn id="489" idx="6"/>
              <a:endCxn id="493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g2c39dba05ed_0_511"/>
            <p:cNvCxnSpPr>
              <a:stCxn id="488" idx="6"/>
              <a:endCxn id="493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g2c39dba05ed_0_511"/>
            <p:cNvCxnSpPr>
              <a:stCxn id="488" idx="6"/>
              <a:endCxn id="494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g2c39dba05ed_0_511"/>
            <p:cNvCxnSpPr>
              <a:stCxn id="489" idx="6"/>
              <a:endCxn id="491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g2c39dba05ed_0_511"/>
            <p:cNvCxnSpPr>
              <a:stCxn id="489" idx="6"/>
              <a:endCxn id="494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g2c39dba05ed_0_511"/>
            <p:cNvCxnSpPr>
              <a:stCxn id="490" idx="6"/>
              <a:endCxn id="491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g2c39dba05ed_0_511"/>
            <p:cNvCxnSpPr>
              <a:stCxn id="490" idx="6"/>
              <a:endCxn id="492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g2c39dba05ed_0_511"/>
            <p:cNvCxnSpPr>
              <a:stCxn id="490" idx="6"/>
              <a:endCxn id="493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2" name="Google Shape;522;g2c39dba05ed_0_511"/>
            <p:cNvCxnSpPr>
              <a:stCxn id="490" idx="6"/>
              <a:endCxn id="494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" name="Google Shape;523;g2c39dba05ed_0_511"/>
            <p:cNvCxnSpPr>
              <a:stCxn id="491" idx="6"/>
              <a:endCxn id="495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4" name="Google Shape;524;g2c39dba05ed_0_511"/>
            <p:cNvCxnSpPr>
              <a:stCxn id="491" idx="6"/>
              <a:endCxn id="496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g2c39dba05ed_0_511"/>
            <p:cNvCxnSpPr>
              <a:stCxn id="492" idx="6"/>
              <a:endCxn id="495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" name="Google Shape;526;g2c39dba05ed_0_511"/>
            <p:cNvCxnSpPr>
              <a:stCxn id="492" idx="6"/>
              <a:endCxn id="496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7" name="Google Shape;527;g2c39dba05ed_0_511"/>
            <p:cNvCxnSpPr>
              <a:stCxn id="493" idx="6"/>
              <a:endCxn id="495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" name="Google Shape;528;g2c39dba05ed_0_511"/>
            <p:cNvCxnSpPr>
              <a:stCxn id="493" idx="6"/>
              <a:endCxn id="496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" name="Google Shape;529;g2c39dba05ed_0_511"/>
            <p:cNvCxnSpPr>
              <a:stCxn id="494" idx="6"/>
              <a:endCxn id="495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" name="Google Shape;530;g2c39dba05ed_0_511"/>
            <p:cNvCxnSpPr>
              <a:stCxn id="494" idx="6"/>
              <a:endCxn id="496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g2c39dba05ed_0_511"/>
            <p:cNvCxnSpPr>
              <a:stCxn id="532" idx="0"/>
              <a:endCxn id="487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g2c39dba05ed_0_511"/>
            <p:cNvCxnSpPr>
              <a:stCxn id="532" idx="0"/>
              <a:endCxn id="488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g2c39dba05ed_0_511"/>
            <p:cNvCxnSpPr>
              <a:stCxn id="532" idx="0"/>
              <a:endCxn id="489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2" name="Google Shape;532;g2c39dba05ed_0_511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535" name="Google Shape;535;g2c39dba05ed_0_511"/>
            <p:cNvCxnSpPr>
              <a:stCxn id="532" idx="0"/>
              <a:endCxn id="490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6" name="Google Shape;536;g2c39dba05ed_0_511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537" name="Google Shape;537;g2c39dba05ed_0_511"/>
            <p:cNvCxnSpPr>
              <a:stCxn id="536" idx="0"/>
              <a:endCxn id="491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g2c39dba05ed_0_511"/>
            <p:cNvCxnSpPr>
              <a:stCxn id="536" idx="0"/>
              <a:endCxn id="492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g2c39dba05ed_0_511"/>
            <p:cNvCxnSpPr>
              <a:stCxn id="536" idx="0"/>
              <a:endCxn id="493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g2c39dba05ed_0_511"/>
            <p:cNvCxnSpPr>
              <a:stCxn id="536" idx="0"/>
              <a:endCxn id="494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1" name="Google Shape;541;g2c39dba05ed_0_511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542" name="Google Shape;542;g2c39dba05ed_0_511"/>
            <p:cNvCxnSpPr>
              <a:stCxn id="541" idx="0"/>
              <a:endCxn id="495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g2c39dba05ed_0_511"/>
            <p:cNvCxnSpPr>
              <a:stCxn id="541" idx="0"/>
              <a:endCxn id="496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4" name="Google Shape;544;g2c39dba05ed_0_511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545" name="Google Shape;545;g2c39dba05ed_0_511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546" name="Google Shape;546;g2c39dba05ed_0_511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47" name="Google Shape;547;g2c39dba05ed_0_511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548" name="Google Shape;548;g2c39dba05ed_0_511"/>
            <p:cNvCxnSpPr>
              <a:stCxn id="544" idx="2"/>
              <a:endCxn id="546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g2c39dba05ed_0_511"/>
            <p:cNvCxnSpPr>
              <a:stCxn id="545" idx="2"/>
              <a:endCxn id="547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0" name="Google Shape;550;g2c39dba05ed_0_511"/>
          <p:cNvSpPr/>
          <p:nvPr/>
        </p:nvSpPr>
        <p:spPr>
          <a:xfrm>
            <a:off x="5560550" y="1006225"/>
            <a:ext cx="3518100" cy="365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Loss-функция </a:t>
            </a:r>
            <a:br>
              <a:rPr b="1" lang="ru-RU"/>
            </a:br>
            <a:r>
              <a:rPr b="1" lang="ru-RU"/>
              <a:t>(функция потерь / функция ошибок)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g2c39dba05ed_0_5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225" y="1592625"/>
            <a:ext cx="3128758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2c39dba05ed_0_5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4799" y="2585761"/>
            <a:ext cx="3189600" cy="79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g2c39dba05ed_0_5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4800" y="3493386"/>
            <a:ext cx="3189600" cy="10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c39dba05ed_0_58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559" name="Google Shape;559;g2c39dba05ed_0_5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560" name="Google Shape;560;g2c39dba05ed_0_584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561" name="Google Shape;561;g2c39dba05ed_0_584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2" name="Google Shape;562;g2c39dba05ed_0_584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3" name="Google Shape;563;g2c39dba05ed_0_584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4" name="Google Shape;564;g2c39dba05ed_0_584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5" name="Google Shape;565;g2c39dba05ed_0_584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6" name="Google Shape;566;g2c39dba05ed_0_584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7" name="Google Shape;567;g2c39dba05ed_0_584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8" name="Google Shape;568;g2c39dba05ed_0_584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569" name="Google Shape;569;g2c39dba05ed_0_584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570" name="Google Shape;570;g2c39dba05ed_0_584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571" name="Google Shape;571;g2c39dba05ed_0_584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572" name="Google Shape;572;g2c39dba05ed_0_584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573" name="Google Shape;573;g2c39dba05ed_0_584"/>
            <p:cNvCxnSpPr>
              <a:stCxn id="571" idx="6"/>
              <a:endCxn id="561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4" name="Google Shape;574;g2c39dba05ed_0_584"/>
            <p:cNvCxnSpPr>
              <a:stCxn id="571" idx="6"/>
              <a:endCxn id="562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g2c39dba05ed_0_584"/>
            <p:cNvCxnSpPr>
              <a:stCxn id="571" idx="6"/>
              <a:endCxn id="563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g2c39dba05ed_0_584"/>
            <p:cNvCxnSpPr>
              <a:stCxn id="571" idx="6"/>
              <a:endCxn id="564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g2c39dba05ed_0_584"/>
            <p:cNvCxnSpPr>
              <a:stCxn id="572" idx="6"/>
              <a:endCxn id="561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g2c39dba05ed_0_584"/>
            <p:cNvCxnSpPr>
              <a:stCxn id="572" idx="6"/>
              <a:endCxn id="562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9" name="Google Shape;579;g2c39dba05ed_0_584"/>
            <p:cNvCxnSpPr>
              <a:stCxn id="572" idx="6"/>
              <a:endCxn id="563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g2c39dba05ed_0_584"/>
            <p:cNvCxnSpPr>
              <a:stCxn id="572" idx="6"/>
              <a:endCxn id="564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g2c39dba05ed_0_584"/>
            <p:cNvCxnSpPr>
              <a:stCxn id="561" idx="6"/>
              <a:endCxn id="565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g2c39dba05ed_0_584"/>
            <p:cNvCxnSpPr>
              <a:stCxn id="561" idx="6"/>
              <a:endCxn id="566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g2c39dba05ed_0_584"/>
            <p:cNvCxnSpPr>
              <a:stCxn id="561" idx="6"/>
              <a:endCxn id="567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g2c39dba05ed_0_584"/>
            <p:cNvCxnSpPr>
              <a:stCxn id="561" idx="6"/>
              <a:endCxn id="568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g2c39dba05ed_0_584"/>
            <p:cNvCxnSpPr>
              <a:stCxn id="562" idx="6"/>
              <a:endCxn id="565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g2c39dba05ed_0_584"/>
            <p:cNvCxnSpPr>
              <a:stCxn id="562" idx="6"/>
              <a:endCxn id="566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g2c39dba05ed_0_584"/>
            <p:cNvCxnSpPr>
              <a:stCxn id="563" idx="6"/>
              <a:endCxn id="566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g2c39dba05ed_0_584"/>
            <p:cNvCxnSpPr>
              <a:stCxn id="563" idx="6"/>
              <a:endCxn id="567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g2c39dba05ed_0_584"/>
            <p:cNvCxnSpPr>
              <a:stCxn id="562" idx="6"/>
              <a:endCxn id="567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g2c39dba05ed_0_584"/>
            <p:cNvCxnSpPr>
              <a:stCxn id="562" idx="6"/>
              <a:endCxn id="568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g2c39dba05ed_0_584"/>
            <p:cNvCxnSpPr>
              <a:stCxn id="563" idx="6"/>
              <a:endCxn id="565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g2c39dba05ed_0_584"/>
            <p:cNvCxnSpPr>
              <a:stCxn id="563" idx="6"/>
              <a:endCxn id="568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g2c39dba05ed_0_584"/>
            <p:cNvCxnSpPr>
              <a:stCxn id="564" idx="6"/>
              <a:endCxn id="565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g2c39dba05ed_0_584"/>
            <p:cNvCxnSpPr>
              <a:stCxn id="564" idx="6"/>
              <a:endCxn id="566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g2c39dba05ed_0_584"/>
            <p:cNvCxnSpPr>
              <a:stCxn id="564" idx="6"/>
              <a:endCxn id="567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g2c39dba05ed_0_584"/>
            <p:cNvCxnSpPr>
              <a:stCxn id="564" idx="6"/>
              <a:endCxn id="568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g2c39dba05ed_0_584"/>
            <p:cNvCxnSpPr>
              <a:stCxn id="565" idx="6"/>
              <a:endCxn id="569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8" name="Google Shape;598;g2c39dba05ed_0_584"/>
            <p:cNvCxnSpPr>
              <a:stCxn id="565" idx="6"/>
              <a:endCxn id="570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g2c39dba05ed_0_584"/>
            <p:cNvCxnSpPr>
              <a:stCxn id="566" idx="6"/>
              <a:endCxn id="569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g2c39dba05ed_0_584"/>
            <p:cNvCxnSpPr>
              <a:stCxn id="566" idx="6"/>
              <a:endCxn id="570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g2c39dba05ed_0_584"/>
            <p:cNvCxnSpPr>
              <a:stCxn id="567" idx="6"/>
              <a:endCxn id="569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" name="Google Shape;602;g2c39dba05ed_0_584"/>
            <p:cNvCxnSpPr>
              <a:stCxn id="567" idx="6"/>
              <a:endCxn id="570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g2c39dba05ed_0_584"/>
            <p:cNvCxnSpPr>
              <a:stCxn id="568" idx="6"/>
              <a:endCxn id="569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g2c39dba05ed_0_584"/>
            <p:cNvCxnSpPr>
              <a:stCxn id="568" idx="6"/>
              <a:endCxn id="570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g2c39dba05ed_0_584"/>
            <p:cNvCxnSpPr>
              <a:stCxn id="606" idx="0"/>
              <a:endCxn id="561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g2c39dba05ed_0_584"/>
            <p:cNvCxnSpPr>
              <a:stCxn id="606" idx="0"/>
              <a:endCxn id="562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8" name="Google Shape;608;g2c39dba05ed_0_584"/>
            <p:cNvCxnSpPr>
              <a:stCxn id="606" idx="0"/>
              <a:endCxn id="563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6" name="Google Shape;606;g2c39dba05ed_0_584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609" name="Google Shape;609;g2c39dba05ed_0_584"/>
            <p:cNvCxnSpPr>
              <a:stCxn id="606" idx="0"/>
              <a:endCxn id="564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0" name="Google Shape;610;g2c39dba05ed_0_584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611" name="Google Shape;611;g2c39dba05ed_0_584"/>
            <p:cNvCxnSpPr>
              <a:stCxn id="610" idx="0"/>
              <a:endCxn id="565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2" name="Google Shape;612;g2c39dba05ed_0_584"/>
            <p:cNvCxnSpPr>
              <a:stCxn id="610" idx="0"/>
              <a:endCxn id="566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3" name="Google Shape;613;g2c39dba05ed_0_584"/>
            <p:cNvCxnSpPr>
              <a:stCxn id="610" idx="0"/>
              <a:endCxn id="567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4" name="Google Shape;614;g2c39dba05ed_0_584"/>
            <p:cNvCxnSpPr>
              <a:stCxn id="610" idx="0"/>
              <a:endCxn id="568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5" name="Google Shape;615;g2c39dba05ed_0_584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616" name="Google Shape;616;g2c39dba05ed_0_584"/>
            <p:cNvCxnSpPr>
              <a:stCxn id="615" idx="0"/>
              <a:endCxn id="569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g2c39dba05ed_0_584"/>
            <p:cNvCxnSpPr>
              <a:stCxn id="615" idx="0"/>
              <a:endCxn id="570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8" name="Google Shape;618;g2c39dba05ed_0_584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619" name="Google Shape;619;g2c39dba05ed_0_584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620" name="Google Shape;620;g2c39dba05ed_0_584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21" name="Google Shape;621;g2c39dba05ed_0_584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622" name="Google Shape;622;g2c39dba05ed_0_584"/>
            <p:cNvCxnSpPr>
              <a:stCxn id="618" idx="2"/>
              <a:endCxn id="620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g2c39dba05ed_0_584"/>
            <p:cNvCxnSpPr>
              <a:stCxn id="619" idx="2"/>
              <a:endCxn id="621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4" name="Google Shape;624;g2c39dba05ed_0_584"/>
          <p:cNvSpPr/>
          <p:nvPr/>
        </p:nvSpPr>
        <p:spPr>
          <a:xfrm>
            <a:off x="5560550" y="1006225"/>
            <a:ext cx="3518100" cy="365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Loss-функция </a:t>
            </a:r>
            <a:br>
              <a:rPr b="1" lang="ru-RU"/>
            </a:br>
            <a:r>
              <a:rPr b="1" lang="ru-RU"/>
              <a:t>(функция потерь / функция ошибок)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5" name="Google Shape;625;g2c39dba05ed_0_5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225" y="1592625"/>
            <a:ext cx="3128758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g2c39dba05ed_0_5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4799" y="2585761"/>
            <a:ext cx="3189600" cy="79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g2c39dba05ed_0_5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4800" y="3493386"/>
            <a:ext cx="3189600" cy="106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2c39dba05ed_0_5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50" y="1573972"/>
            <a:ext cx="8957001" cy="2883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c39dba05ed_0_65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634" name="Google Shape;634;g2c39dba05ed_0_6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635" name="Google Shape;635;g2c39dba05ed_0_658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636" name="Google Shape;636;g2c39dba05ed_0_658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37" name="Google Shape;637;g2c39dba05ed_0_658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38" name="Google Shape;638;g2c39dba05ed_0_658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39" name="Google Shape;639;g2c39dba05ed_0_658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40" name="Google Shape;640;g2c39dba05ed_0_658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41" name="Google Shape;641;g2c39dba05ed_0_658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42" name="Google Shape;642;g2c39dba05ed_0_658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43" name="Google Shape;643;g2c39dba05ed_0_658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44" name="Google Shape;644;g2c39dba05ed_0_658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645" name="Google Shape;645;g2c39dba05ed_0_658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646" name="Google Shape;646;g2c39dba05ed_0_658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647" name="Google Shape;647;g2c39dba05ed_0_658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648" name="Google Shape;648;g2c39dba05ed_0_658"/>
            <p:cNvCxnSpPr>
              <a:stCxn id="646" idx="6"/>
              <a:endCxn id="636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g2c39dba05ed_0_658"/>
            <p:cNvCxnSpPr>
              <a:stCxn id="646" idx="6"/>
              <a:endCxn id="637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g2c39dba05ed_0_658"/>
            <p:cNvCxnSpPr>
              <a:stCxn id="646" idx="6"/>
              <a:endCxn id="638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g2c39dba05ed_0_658"/>
            <p:cNvCxnSpPr>
              <a:stCxn id="646" idx="6"/>
              <a:endCxn id="639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g2c39dba05ed_0_658"/>
            <p:cNvCxnSpPr>
              <a:stCxn id="647" idx="6"/>
              <a:endCxn id="636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g2c39dba05ed_0_658"/>
            <p:cNvCxnSpPr>
              <a:stCxn id="647" idx="6"/>
              <a:endCxn id="637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g2c39dba05ed_0_658"/>
            <p:cNvCxnSpPr>
              <a:stCxn id="647" idx="6"/>
              <a:endCxn id="638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g2c39dba05ed_0_658"/>
            <p:cNvCxnSpPr>
              <a:stCxn id="647" idx="6"/>
              <a:endCxn id="639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g2c39dba05ed_0_658"/>
            <p:cNvCxnSpPr>
              <a:stCxn id="636" idx="6"/>
              <a:endCxn id="640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g2c39dba05ed_0_658"/>
            <p:cNvCxnSpPr>
              <a:stCxn id="636" idx="6"/>
              <a:endCxn id="641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g2c39dba05ed_0_658"/>
            <p:cNvCxnSpPr>
              <a:stCxn id="636" idx="6"/>
              <a:endCxn id="642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g2c39dba05ed_0_658"/>
            <p:cNvCxnSpPr>
              <a:stCxn id="636" idx="6"/>
              <a:endCxn id="643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g2c39dba05ed_0_658"/>
            <p:cNvCxnSpPr>
              <a:stCxn id="637" idx="6"/>
              <a:endCxn id="640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g2c39dba05ed_0_658"/>
            <p:cNvCxnSpPr>
              <a:stCxn id="637" idx="6"/>
              <a:endCxn id="641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g2c39dba05ed_0_658"/>
            <p:cNvCxnSpPr>
              <a:stCxn id="638" idx="6"/>
              <a:endCxn id="641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" name="Google Shape;663;g2c39dba05ed_0_658"/>
            <p:cNvCxnSpPr>
              <a:stCxn id="638" idx="6"/>
              <a:endCxn id="642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" name="Google Shape;664;g2c39dba05ed_0_658"/>
            <p:cNvCxnSpPr>
              <a:stCxn id="637" idx="6"/>
              <a:endCxn id="642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g2c39dba05ed_0_658"/>
            <p:cNvCxnSpPr>
              <a:stCxn id="637" idx="6"/>
              <a:endCxn id="643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g2c39dba05ed_0_658"/>
            <p:cNvCxnSpPr>
              <a:stCxn id="638" idx="6"/>
              <a:endCxn id="640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g2c39dba05ed_0_658"/>
            <p:cNvCxnSpPr>
              <a:stCxn id="638" idx="6"/>
              <a:endCxn id="643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g2c39dba05ed_0_658"/>
            <p:cNvCxnSpPr>
              <a:stCxn id="639" idx="6"/>
              <a:endCxn id="640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g2c39dba05ed_0_658"/>
            <p:cNvCxnSpPr>
              <a:stCxn id="639" idx="6"/>
              <a:endCxn id="641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g2c39dba05ed_0_658"/>
            <p:cNvCxnSpPr>
              <a:stCxn id="639" idx="6"/>
              <a:endCxn id="642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g2c39dba05ed_0_658"/>
            <p:cNvCxnSpPr>
              <a:stCxn id="639" idx="6"/>
              <a:endCxn id="643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g2c39dba05ed_0_658"/>
            <p:cNvCxnSpPr>
              <a:stCxn id="640" idx="6"/>
              <a:endCxn id="644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g2c39dba05ed_0_658"/>
            <p:cNvCxnSpPr>
              <a:stCxn id="640" idx="6"/>
              <a:endCxn id="645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g2c39dba05ed_0_658"/>
            <p:cNvCxnSpPr>
              <a:stCxn id="641" idx="6"/>
              <a:endCxn id="644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g2c39dba05ed_0_658"/>
            <p:cNvCxnSpPr>
              <a:stCxn id="641" idx="6"/>
              <a:endCxn id="645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g2c39dba05ed_0_658"/>
            <p:cNvCxnSpPr>
              <a:stCxn id="642" idx="6"/>
              <a:endCxn id="644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g2c39dba05ed_0_658"/>
            <p:cNvCxnSpPr>
              <a:stCxn id="642" idx="6"/>
              <a:endCxn id="645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g2c39dba05ed_0_658"/>
            <p:cNvCxnSpPr>
              <a:stCxn id="643" idx="6"/>
              <a:endCxn id="644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g2c39dba05ed_0_658"/>
            <p:cNvCxnSpPr>
              <a:stCxn id="643" idx="6"/>
              <a:endCxn id="645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g2c39dba05ed_0_658"/>
            <p:cNvCxnSpPr>
              <a:stCxn id="681" idx="0"/>
              <a:endCxn id="636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g2c39dba05ed_0_658"/>
            <p:cNvCxnSpPr>
              <a:stCxn id="681" idx="0"/>
              <a:endCxn id="637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g2c39dba05ed_0_658"/>
            <p:cNvCxnSpPr>
              <a:stCxn id="681" idx="0"/>
              <a:endCxn id="638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1" name="Google Shape;681;g2c39dba05ed_0_658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684" name="Google Shape;684;g2c39dba05ed_0_658"/>
            <p:cNvCxnSpPr>
              <a:stCxn id="681" idx="0"/>
              <a:endCxn id="639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5" name="Google Shape;685;g2c39dba05ed_0_658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686" name="Google Shape;686;g2c39dba05ed_0_658"/>
            <p:cNvCxnSpPr>
              <a:stCxn id="685" idx="0"/>
              <a:endCxn id="640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Google Shape;687;g2c39dba05ed_0_658"/>
            <p:cNvCxnSpPr>
              <a:stCxn id="685" idx="0"/>
              <a:endCxn id="641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8" name="Google Shape;688;g2c39dba05ed_0_658"/>
            <p:cNvCxnSpPr>
              <a:stCxn id="685" idx="0"/>
              <a:endCxn id="642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Google Shape;689;g2c39dba05ed_0_658"/>
            <p:cNvCxnSpPr>
              <a:stCxn id="685" idx="0"/>
              <a:endCxn id="643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0" name="Google Shape;690;g2c39dba05ed_0_658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691" name="Google Shape;691;g2c39dba05ed_0_658"/>
            <p:cNvCxnSpPr>
              <a:stCxn id="690" idx="0"/>
              <a:endCxn id="644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2" name="Google Shape;692;g2c39dba05ed_0_658"/>
            <p:cNvCxnSpPr>
              <a:stCxn id="690" idx="0"/>
              <a:endCxn id="645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3" name="Google Shape;693;g2c39dba05ed_0_658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694" name="Google Shape;694;g2c39dba05ed_0_658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695" name="Google Shape;695;g2c39dba05ed_0_658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696" name="Google Shape;696;g2c39dba05ed_0_658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697" name="Google Shape;697;g2c39dba05ed_0_658"/>
            <p:cNvCxnSpPr>
              <a:stCxn id="693" idx="2"/>
              <a:endCxn id="695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g2c39dba05ed_0_658"/>
            <p:cNvCxnSpPr>
              <a:stCxn id="694" idx="2"/>
              <a:endCxn id="696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9" name="Google Shape;699;g2c39dba05ed_0_658"/>
          <p:cNvSpPr/>
          <p:nvPr/>
        </p:nvSpPr>
        <p:spPr>
          <a:xfrm>
            <a:off x="5560550" y="1006225"/>
            <a:ext cx="3518100" cy="365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Оптимизатор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0" name="Google Shape;700;g2c39dba05ed_0_6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550" y="1564525"/>
            <a:ext cx="3518100" cy="2723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c39dba05ed_0_7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706" name="Google Shape;706;g2c39dba05ed_0_7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707" name="Google Shape;707;g2c39dba05ed_0_729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708" name="Google Shape;708;g2c39dba05ed_0_729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09" name="Google Shape;709;g2c39dba05ed_0_729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10" name="Google Shape;710;g2c39dba05ed_0_729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11" name="Google Shape;711;g2c39dba05ed_0_729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12" name="Google Shape;712;g2c39dba05ed_0_729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13" name="Google Shape;713;g2c39dba05ed_0_729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14" name="Google Shape;714;g2c39dba05ed_0_729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15" name="Google Shape;715;g2c39dba05ed_0_729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16" name="Google Shape;716;g2c39dba05ed_0_729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717" name="Google Shape;717;g2c39dba05ed_0_729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718" name="Google Shape;718;g2c39dba05ed_0_729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719" name="Google Shape;719;g2c39dba05ed_0_729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720" name="Google Shape;720;g2c39dba05ed_0_729"/>
            <p:cNvCxnSpPr>
              <a:stCxn id="718" idx="6"/>
              <a:endCxn id="708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1" name="Google Shape;721;g2c39dba05ed_0_729"/>
            <p:cNvCxnSpPr>
              <a:stCxn id="718" idx="6"/>
              <a:endCxn id="709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2" name="Google Shape;722;g2c39dba05ed_0_729"/>
            <p:cNvCxnSpPr>
              <a:stCxn id="718" idx="6"/>
              <a:endCxn id="710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g2c39dba05ed_0_729"/>
            <p:cNvCxnSpPr>
              <a:stCxn id="718" idx="6"/>
              <a:endCxn id="711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g2c39dba05ed_0_729"/>
            <p:cNvCxnSpPr>
              <a:stCxn id="719" idx="6"/>
              <a:endCxn id="708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g2c39dba05ed_0_729"/>
            <p:cNvCxnSpPr>
              <a:stCxn id="719" idx="6"/>
              <a:endCxn id="709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g2c39dba05ed_0_729"/>
            <p:cNvCxnSpPr>
              <a:stCxn id="719" idx="6"/>
              <a:endCxn id="710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g2c39dba05ed_0_729"/>
            <p:cNvCxnSpPr>
              <a:stCxn id="719" idx="6"/>
              <a:endCxn id="711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g2c39dba05ed_0_729"/>
            <p:cNvCxnSpPr>
              <a:stCxn id="708" idx="6"/>
              <a:endCxn id="712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g2c39dba05ed_0_729"/>
            <p:cNvCxnSpPr>
              <a:stCxn id="708" idx="6"/>
              <a:endCxn id="713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g2c39dba05ed_0_729"/>
            <p:cNvCxnSpPr>
              <a:stCxn id="708" idx="6"/>
              <a:endCxn id="714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g2c39dba05ed_0_729"/>
            <p:cNvCxnSpPr>
              <a:stCxn id="708" idx="6"/>
              <a:endCxn id="715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g2c39dba05ed_0_729"/>
            <p:cNvCxnSpPr>
              <a:stCxn id="709" idx="6"/>
              <a:endCxn id="712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g2c39dba05ed_0_729"/>
            <p:cNvCxnSpPr>
              <a:stCxn id="709" idx="6"/>
              <a:endCxn id="713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4" name="Google Shape;734;g2c39dba05ed_0_729"/>
            <p:cNvCxnSpPr>
              <a:stCxn id="710" idx="6"/>
              <a:endCxn id="713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5" name="Google Shape;735;g2c39dba05ed_0_729"/>
            <p:cNvCxnSpPr>
              <a:stCxn id="710" idx="6"/>
              <a:endCxn id="714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6" name="Google Shape;736;g2c39dba05ed_0_729"/>
            <p:cNvCxnSpPr>
              <a:stCxn id="709" idx="6"/>
              <a:endCxn id="714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" name="Google Shape;737;g2c39dba05ed_0_729"/>
            <p:cNvCxnSpPr>
              <a:stCxn id="709" idx="6"/>
              <a:endCxn id="715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g2c39dba05ed_0_729"/>
            <p:cNvCxnSpPr>
              <a:stCxn id="710" idx="6"/>
              <a:endCxn id="712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g2c39dba05ed_0_729"/>
            <p:cNvCxnSpPr>
              <a:stCxn id="710" idx="6"/>
              <a:endCxn id="715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" name="Google Shape;740;g2c39dba05ed_0_729"/>
            <p:cNvCxnSpPr>
              <a:stCxn id="711" idx="6"/>
              <a:endCxn id="712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1" name="Google Shape;741;g2c39dba05ed_0_729"/>
            <p:cNvCxnSpPr>
              <a:stCxn id="711" idx="6"/>
              <a:endCxn id="713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g2c39dba05ed_0_729"/>
            <p:cNvCxnSpPr>
              <a:stCxn id="711" idx="6"/>
              <a:endCxn id="714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g2c39dba05ed_0_729"/>
            <p:cNvCxnSpPr>
              <a:stCxn id="711" idx="6"/>
              <a:endCxn id="715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g2c39dba05ed_0_729"/>
            <p:cNvCxnSpPr>
              <a:stCxn id="712" idx="6"/>
              <a:endCxn id="716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g2c39dba05ed_0_729"/>
            <p:cNvCxnSpPr>
              <a:stCxn id="712" idx="6"/>
              <a:endCxn id="717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g2c39dba05ed_0_729"/>
            <p:cNvCxnSpPr>
              <a:stCxn id="713" idx="6"/>
              <a:endCxn id="716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g2c39dba05ed_0_729"/>
            <p:cNvCxnSpPr>
              <a:stCxn id="713" idx="6"/>
              <a:endCxn id="717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g2c39dba05ed_0_729"/>
            <p:cNvCxnSpPr>
              <a:stCxn id="714" idx="6"/>
              <a:endCxn id="716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g2c39dba05ed_0_729"/>
            <p:cNvCxnSpPr>
              <a:stCxn id="714" idx="6"/>
              <a:endCxn id="717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0" name="Google Shape;750;g2c39dba05ed_0_729"/>
            <p:cNvCxnSpPr>
              <a:stCxn id="715" idx="6"/>
              <a:endCxn id="716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1" name="Google Shape;751;g2c39dba05ed_0_729"/>
            <p:cNvCxnSpPr>
              <a:stCxn id="715" idx="6"/>
              <a:endCxn id="717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" name="Google Shape;752;g2c39dba05ed_0_729"/>
            <p:cNvCxnSpPr>
              <a:stCxn id="753" idx="0"/>
              <a:endCxn id="708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g2c39dba05ed_0_729"/>
            <p:cNvCxnSpPr>
              <a:stCxn id="753" idx="0"/>
              <a:endCxn id="709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g2c39dba05ed_0_729"/>
            <p:cNvCxnSpPr>
              <a:stCxn id="753" idx="0"/>
              <a:endCxn id="710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3" name="Google Shape;753;g2c39dba05ed_0_729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756" name="Google Shape;756;g2c39dba05ed_0_729"/>
            <p:cNvCxnSpPr>
              <a:stCxn id="753" idx="0"/>
              <a:endCxn id="711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7" name="Google Shape;757;g2c39dba05ed_0_729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758" name="Google Shape;758;g2c39dba05ed_0_729"/>
            <p:cNvCxnSpPr>
              <a:stCxn id="757" idx="0"/>
              <a:endCxn id="712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9" name="Google Shape;759;g2c39dba05ed_0_729"/>
            <p:cNvCxnSpPr>
              <a:stCxn id="757" idx="0"/>
              <a:endCxn id="713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0" name="Google Shape;760;g2c39dba05ed_0_729"/>
            <p:cNvCxnSpPr>
              <a:stCxn id="757" idx="0"/>
              <a:endCxn id="714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g2c39dba05ed_0_729"/>
            <p:cNvCxnSpPr>
              <a:stCxn id="757" idx="0"/>
              <a:endCxn id="715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2" name="Google Shape;762;g2c39dba05ed_0_729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763" name="Google Shape;763;g2c39dba05ed_0_729"/>
            <p:cNvCxnSpPr>
              <a:stCxn id="762" idx="0"/>
              <a:endCxn id="716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g2c39dba05ed_0_729"/>
            <p:cNvCxnSpPr>
              <a:stCxn id="762" idx="0"/>
              <a:endCxn id="717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5" name="Google Shape;765;g2c39dba05ed_0_729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766" name="Google Shape;766;g2c39dba05ed_0_729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767" name="Google Shape;767;g2c39dba05ed_0_729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68" name="Google Shape;768;g2c39dba05ed_0_729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769" name="Google Shape;769;g2c39dba05ed_0_729"/>
            <p:cNvCxnSpPr>
              <a:stCxn id="765" idx="2"/>
              <a:endCxn id="767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g2c39dba05ed_0_729"/>
            <p:cNvCxnSpPr>
              <a:stCxn id="766" idx="2"/>
              <a:endCxn id="768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71" name="Google Shape;771;g2c39dba05ed_0_729"/>
          <p:cNvSpPr/>
          <p:nvPr/>
        </p:nvSpPr>
        <p:spPr>
          <a:xfrm>
            <a:off x="2042425" y="1006225"/>
            <a:ext cx="6978600" cy="286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Переобучение и недообучение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2" name="Google Shape;772;g2c39dba05ed_0_7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250" y="1450425"/>
            <a:ext cx="7038899" cy="230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c39dba05ed_0_80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778" name="Google Shape;778;g2c39dba05ed_0_8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779" name="Google Shape;779;g2c39dba05ed_0_800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780" name="Google Shape;780;g2c39dba05ed_0_800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1" name="Google Shape;781;g2c39dba05ed_0_800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2" name="Google Shape;782;g2c39dba05ed_0_800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3" name="Google Shape;783;g2c39dba05ed_0_800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4" name="Google Shape;784;g2c39dba05ed_0_800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5" name="Google Shape;785;g2c39dba05ed_0_800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6" name="Google Shape;786;g2c39dba05ed_0_800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7" name="Google Shape;787;g2c39dba05ed_0_800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788" name="Google Shape;788;g2c39dba05ed_0_800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789" name="Google Shape;789;g2c39dba05ed_0_800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790" name="Google Shape;790;g2c39dba05ed_0_800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791" name="Google Shape;791;g2c39dba05ed_0_800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792" name="Google Shape;792;g2c39dba05ed_0_800"/>
            <p:cNvCxnSpPr>
              <a:stCxn id="790" idx="6"/>
              <a:endCxn id="780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g2c39dba05ed_0_800"/>
            <p:cNvCxnSpPr>
              <a:stCxn id="790" idx="6"/>
              <a:endCxn id="781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g2c39dba05ed_0_800"/>
            <p:cNvCxnSpPr>
              <a:stCxn id="790" idx="6"/>
              <a:endCxn id="782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5" name="Google Shape;795;g2c39dba05ed_0_800"/>
            <p:cNvCxnSpPr>
              <a:stCxn id="790" idx="6"/>
              <a:endCxn id="783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6" name="Google Shape;796;g2c39dba05ed_0_800"/>
            <p:cNvCxnSpPr>
              <a:stCxn id="791" idx="6"/>
              <a:endCxn id="780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g2c39dba05ed_0_800"/>
            <p:cNvCxnSpPr>
              <a:stCxn id="791" idx="6"/>
              <a:endCxn id="781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g2c39dba05ed_0_800"/>
            <p:cNvCxnSpPr>
              <a:stCxn id="791" idx="6"/>
              <a:endCxn id="782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g2c39dba05ed_0_800"/>
            <p:cNvCxnSpPr>
              <a:stCxn id="791" idx="6"/>
              <a:endCxn id="783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g2c39dba05ed_0_800"/>
            <p:cNvCxnSpPr>
              <a:stCxn id="780" idx="6"/>
              <a:endCxn id="784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g2c39dba05ed_0_800"/>
            <p:cNvCxnSpPr>
              <a:stCxn id="780" idx="6"/>
              <a:endCxn id="785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g2c39dba05ed_0_800"/>
            <p:cNvCxnSpPr>
              <a:stCxn id="780" idx="6"/>
              <a:endCxn id="786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g2c39dba05ed_0_800"/>
            <p:cNvCxnSpPr>
              <a:stCxn id="780" idx="6"/>
              <a:endCxn id="787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g2c39dba05ed_0_800"/>
            <p:cNvCxnSpPr>
              <a:stCxn id="781" idx="6"/>
              <a:endCxn id="784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g2c39dba05ed_0_800"/>
            <p:cNvCxnSpPr>
              <a:stCxn id="781" idx="6"/>
              <a:endCxn id="785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g2c39dba05ed_0_800"/>
            <p:cNvCxnSpPr>
              <a:stCxn id="782" idx="6"/>
              <a:endCxn id="785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g2c39dba05ed_0_800"/>
            <p:cNvCxnSpPr>
              <a:stCxn id="782" idx="6"/>
              <a:endCxn id="786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g2c39dba05ed_0_800"/>
            <p:cNvCxnSpPr>
              <a:stCxn id="781" idx="6"/>
              <a:endCxn id="786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g2c39dba05ed_0_800"/>
            <p:cNvCxnSpPr>
              <a:stCxn id="781" idx="6"/>
              <a:endCxn id="787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g2c39dba05ed_0_800"/>
            <p:cNvCxnSpPr>
              <a:stCxn id="782" idx="6"/>
              <a:endCxn id="784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1" name="Google Shape;811;g2c39dba05ed_0_800"/>
            <p:cNvCxnSpPr>
              <a:stCxn id="782" idx="6"/>
              <a:endCxn id="787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2" name="Google Shape;812;g2c39dba05ed_0_800"/>
            <p:cNvCxnSpPr>
              <a:stCxn id="783" idx="6"/>
              <a:endCxn id="784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3" name="Google Shape;813;g2c39dba05ed_0_800"/>
            <p:cNvCxnSpPr>
              <a:stCxn id="783" idx="6"/>
              <a:endCxn id="785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4" name="Google Shape;814;g2c39dba05ed_0_800"/>
            <p:cNvCxnSpPr>
              <a:stCxn id="783" idx="6"/>
              <a:endCxn id="786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5" name="Google Shape;815;g2c39dba05ed_0_800"/>
            <p:cNvCxnSpPr>
              <a:stCxn id="783" idx="6"/>
              <a:endCxn id="787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g2c39dba05ed_0_800"/>
            <p:cNvCxnSpPr>
              <a:stCxn id="784" idx="6"/>
              <a:endCxn id="788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g2c39dba05ed_0_800"/>
            <p:cNvCxnSpPr>
              <a:stCxn id="784" idx="6"/>
              <a:endCxn id="789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g2c39dba05ed_0_800"/>
            <p:cNvCxnSpPr>
              <a:stCxn id="785" idx="6"/>
              <a:endCxn id="788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g2c39dba05ed_0_800"/>
            <p:cNvCxnSpPr>
              <a:stCxn id="785" idx="6"/>
              <a:endCxn id="789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g2c39dba05ed_0_800"/>
            <p:cNvCxnSpPr>
              <a:stCxn id="786" idx="6"/>
              <a:endCxn id="788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g2c39dba05ed_0_800"/>
            <p:cNvCxnSpPr>
              <a:stCxn id="786" idx="6"/>
              <a:endCxn id="789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g2c39dba05ed_0_800"/>
            <p:cNvCxnSpPr>
              <a:stCxn id="787" idx="6"/>
              <a:endCxn id="788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g2c39dba05ed_0_800"/>
            <p:cNvCxnSpPr>
              <a:stCxn id="787" idx="6"/>
              <a:endCxn id="789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g2c39dba05ed_0_800"/>
            <p:cNvCxnSpPr>
              <a:stCxn id="825" idx="0"/>
              <a:endCxn id="780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g2c39dba05ed_0_800"/>
            <p:cNvCxnSpPr>
              <a:stCxn id="825" idx="0"/>
              <a:endCxn id="781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g2c39dba05ed_0_800"/>
            <p:cNvCxnSpPr>
              <a:stCxn id="825" idx="0"/>
              <a:endCxn id="782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5" name="Google Shape;825;g2c39dba05ed_0_800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828" name="Google Shape;828;g2c39dba05ed_0_800"/>
            <p:cNvCxnSpPr>
              <a:stCxn id="825" idx="0"/>
              <a:endCxn id="783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9" name="Google Shape;829;g2c39dba05ed_0_800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830" name="Google Shape;830;g2c39dba05ed_0_800"/>
            <p:cNvCxnSpPr>
              <a:stCxn id="829" idx="0"/>
              <a:endCxn id="784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g2c39dba05ed_0_800"/>
            <p:cNvCxnSpPr>
              <a:stCxn id="829" idx="0"/>
              <a:endCxn id="785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g2c39dba05ed_0_800"/>
            <p:cNvCxnSpPr>
              <a:stCxn id="829" idx="0"/>
              <a:endCxn id="786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g2c39dba05ed_0_800"/>
            <p:cNvCxnSpPr>
              <a:stCxn id="829" idx="0"/>
              <a:endCxn id="787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4" name="Google Shape;834;g2c39dba05ed_0_800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835" name="Google Shape;835;g2c39dba05ed_0_800"/>
            <p:cNvCxnSpPr>
              <a:stCxn id="834" idx="0"/>
              <a:endCxn id="788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6" name="Google Shape;836;g2c39dba05ed_0_800"/>
            <p:cNvCxnSpPr>
              <a:stCxn id="834" idx="0"/>
              <a:endCxn id="789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7" name="Google Shape;837;g2c39dba05ed_0_800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838" name="Google Shape;838;g2c39dba05ed_0_800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839" name="Google Shape;839;g2c39dba05ed_0_800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40" name="Google Shape;840;g2c39dba05ed_0_800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841" name="Google Shape;841;g2c39dba05ed_0_800"/>
            <p:cNvCxnSpPr>
              <a:stCxn id="837" idx="2"/>
              <a:endCxn id="839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g2c39dba05ed_0_800"/>
            <p:cNvCxnSpPr>
              <a:stCxn id="838" idx="2"/>
              <a:endCxn id="840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3" name="Google Shape;843;g2c39dba05ed_0_800"/>
          <p:cNvSpPr/>
          <p:nvPr/>
        </p:nvSpPr>
        <p:spPr>
          <a:xfrm>
            <a:off x="5560550" y="1006225"/>
            <a:ext cx="3518100" cy="365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Борьба с переобучением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4" name="Google Shape;844;g2c39dba05ed_0_8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550" y="1555413"/>
            <a:ext cx="3518100" cy="255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g2c39dba05ed_0_8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349" y="1006227"/>
            <a:ext cx="4811750" cy="19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c39dba05ed_0_87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Архитектуры нейронных сетей</a:t>
            </a:r>
            <a:endParaRPr/>
          </a:p>
        </p:txBody>
      </p:sp>
      <p:sp>
        <p:nvSpPr>
          <p:cNvPr id="851" name="Google Shape;851;g2c39dba05ed_0_8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852" name="Google Shape;852;g2c39dba05ed_0_871"/>
          <p:cNvGrpSpPr/>
          <p:nvPr/>
        </p:nvGrpSpPr>
        <p:grpSpPr>
          <a:xfrm>
            <a:off x="303600" y="1425500"/>
            <a:ext cx="5200500" cy="3355375"/>
            <a:chOff x="1374050" y="1307850"/>
            <a:chExt cx="5200500" cy="3355375"/>
          </a:xfrm>
        </p:grpSpPr>
        <p:sp>
          <p:nvSpPr>
            <p:cNvPr id="853" name="Google Shape;853;g2c39dba05ed_0_871"/>
            <p:cNvSpPr/>
            <p:nvPr/>
          </p:nvSpPr>
          <p:spPr>
            <a:xfrm>
              <a:off x="253700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54" name="Google Shape;854;g2c39dba05ed_0_871"/>
            <p:cNvSpPr/>
            <p:nvPr/>
          </p:nvSpPr>
          <p:spPr>
            <a:xfrm>
              <a:off x="25370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55" name="Google Shape;855;g2c39dba05ed_0_871"/>
            <p:cNvSpPr/>
            <p:nvPr/>
          </p:nvSpPr>
          <p:spPr>
            <a:xfrm>
              <a:off x="25370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56" name="Google Shape;856;g2c39dba05ed_0_871"/>
            <p:cNvSpPr/>
            <p:nvPr/>
          </p:nvSpPr>
          <p:spPr>
            <a:xfrm>
              <a:off x="253700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57" name="Google Shape;857;g2c39dba05ed_0_871"/>
            <p:cNvSpPr/>
            <p:nvPr/>
          </p:nvSpPr>
          <p:spPr>
            <a:xfrm>
              <a:off x="3699950" y="13078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58" name="Google Shape;858;g2c39dba05ed_0_871"/>
            <p:cNvSpPr/>
            <p:nvPr/>
          </p:nvSpPr>
          <p:spPr>
            <a:xfrm>
              <a:off x="369995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59" name="Google Shape;859;g2c39dba05ed_0_871"/>
            <p:cNvSpPr/>
            <p:nvPr/>
          </p:nvSpPr>
          <p:spPr>
            <a:xfrm>
              <a:off x="369995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60" name="Google Shape;860;g2c39dba05ed_0_871"/>
            <p:cNvSpPr/>
            <p:nvPr/>
          </p:nvSpPr>
          <p:spPr>
            <a:xfrm>
              <a:off x="3699950" y="34534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861" name="Google Shape;861;g2c39dba05ed_0_871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862" name="Google Shape;862;g2c39dba05ed_0_871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863" name="Google Shape;863;g2c39dba05ed_0_871"/>
            <p:cNvSpPr/>
            <p:nvPr/>
          </p:nvSpPr>
          <p:spPr>
            <a:xfrm>
              <a:off x="1374050" y="20230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sp>
          <p:nvSpPr>
            <p:cNvPr id="864" name="Google Shape;864;g2c39dba05ed_0_871"/>
            <p:cNvSpPr/>
            <p:nvPr/>
          </p:nvSpPr>
          <p:spPr>
            <a:xfrm>
              <a:off x="1374050" y="2738250"/>
              <a:ext cx="548700" cy="5487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x</a:t>
              </a:r>
              <a:endParaRPr/>
            </a:p>
          </p:txBody>
        </p:sp>
        <p:cxnSp>
          <p:nvCxnSpPr>
            <p:cNvPr id="865" name="Google Shape;865;g2c39dba05ed_0_871"/>
            <p:cNvCxnSpPr>
              <a:stCxn id="863" idx="6"/>
              <a:endCxn id="853" idx="2"/>
            </p:cNvCxnSpPr>
            <p:nvPr/>
          </p:nvCxnSpPr>
          <p:spPr>
            <a:xfrm flipH="1" rot="10800000">
              <a:off x="19227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g2c39dba05ed_0_871"/>
            <p:cNvCxnSpPr>
              <a:stCxn id="863" idx="6"/>
              <a:endCxn id="854" idx="2"/>
            </p:cNvCxnSpPr>
            <p:nvPr/>
          </p:nvCxnSpPr>
          <p:spPr>
            <a:xfrm>
              <a:off x="19227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7" name="Google Shape;867;g2c39dba05ed_0_871"/>
            <p:cNvCxnSpPr>
              <a:stCxn id="863" idx="6"/>
              <a:endCxn id="855" idx="2"/>
            </p:cNvCxnSpPr>
            <p:nvPr/>
          </p:nvCxnSpPr>
          <p:spPr>
            <a:xfrm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g2c39dba05ed_0_871"/>
            <p:cNvCxnSpPr>
              <a:stCxn id="863" idx="6"/>
              <a:endCxn id="856" idx="2"/>
            </p:cNvCxnSpPr>
            <p:nvPr/>
          </p:nvCxnSpPr>
          <p:spPr>
            <a:xfrm>
              <a:off x="19227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g2c39dba05ed_0_871"/>
            <p:cNvCxnSpPr>
              <a:stCxn id="864" idx="6"/>
              <a:endCxn id="853" idx="2"/>
            </p:cNvCxnSpPr>
            <p:nvPr/>
          </p:nvCxnSpPr>
          <p:spPr>
            <a:xfrm flipH="1" rot="10800000">
              <a:off x="19227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0" name="Google Shape;870;g2c39dba05ed_0_871"/>
            <p:cNvCxnSpPr>
              <a:stCxn id="864" idx="6"/>
              <a:endCxn id="854" idx="2"/>
            </p:cNvCxnSpPr>
            <p:nvPr/>
          </p:nvCxnSpPr>
          <p:spPr>
            <a:xfrm flipH="1" rot="10800000">
              <a:off x="19227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1" name="Google Shape;871;g2c39dba05ed_0_871"/>
            <p:cNvCxnSpPr>
              <a:stCxn id="864" idx="6"/>
              <a:endCxn id="855" idx="2"/>
            </p:cNvCxnSpPr>
            <p:nvPr/>
          </p:nvCxnSpPr>
          <p:spPr>
            <a:xfrm>
              <a:off x="19227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g2c39dba05ed_0_871"/>
            <p:cNvCxnSpPr>
              <a:stCxn id="864" idx="6"/>
              <a:endCxn id="856" idx="2"/>
            </p:cNvCxnSpPr>
            <p:nvPr/>
          </p:nvCxnSpPr>
          <p:spPr>
            <a:xfrm>
              <a:off x="19227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g2c39dba05ed_0_871"/>
            <p:cNvCxnSpPr>
              <a:stCxn id="853" idx="6"/>
              <a:endCxn id="857" idx="2"/>
            </p:cNvCxnSpPr>
            <p:nvPr/>
          </p:nvCxnSpPr>
          <p:spPr>
            <a:xfrm>
              <a:off x="3085700" y="15822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4" name="Google Shape;874;g2c39dba05ed_0_871"/>
            <p:cNvCxnSpPr>
              <a:stCxn id="853" idx="6"/>
              <a:endCxn id="858" idx="2"/>
            </p:cNvCxnSpPr>
            <p:nvPr/>
          </p:nvCxnSpPr>
          <p:spPr>
            <a:xfrm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g2c39dba05ed_0_871"/>
            <p:cNvCxnSpPr>
              <a:stCxn id="853" idx="6"/>
              <a:endCxn id="859" idx="2"/>
            </p:cNvCxnSpPr>
            <p:nvPr/>
          </p:nvCxnSpPr>
          <p:spPr>
            <a:xfrm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g2c39dba05ed_0_871"/>
            <p:cNvCxnSpPr>
              <a:stCxn id="853" idx="6"/>
              <a:endCxn id="860" idx="2"/>
            </p:cNvCxnSpPr>
            <p:nvPr/>
          </p:nvCxnSpPr>
          <p:spPr>
            <a:xfrm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g2c39dba05ed_0_871"/>
            <p:cNvCxnSpPr>
              <a:stCxn id="854" idx="6"/>
              <a:endCxn id="857" idx="2"/>
            </p:cNvCxnSpPr>
            <p:nvPr/>
          </p:nvCxnSpPr>
          <p:spPr>
            <a:xfrm flipH="1" rot="10800000">
              <a:off x="308570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g2c39dba05ed_0_871"/>
            <p:cNvCxnSpPr>
              <a:stCxn id="854" idx="6"/>
              <a:endCxn id="858" idx="2"/>
            </p:cNvCxnSpPr>
            <p:nvPr/>
          </p:nvCxnSpPr>
          <p:spPr>
            <a:xfrm>
              <a:off x="308570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9" name="Google Shape;879;g2c39dba05ed_0_871"/>
            <p:cNvCxnSpPr>
              <a:stCxn id="855" idx="6"/>
              <a:endCxn id="858" idx="2"/>
            </p:cNvCxnSpPr>
            <p:nvPr/>
          </p:nvCxnSpPr>
          <p:spPr>
            <a:xfrm flipH="1" rot="10800000"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g2c39dba05ed_0_871"/>
            <p:cNvCxnSpPr>
              <a:stCxn id="855" idx="6"/>
              <a:endCxn id="859" idx="2"/>
            </p:cNvCxnSpPr>
            <p:nvPr/>
          </p:nvCxnSpPr>
          <p:spPr>
            <a:xfrm>
              <a:off x="308570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g2c39dba05ed_0_871"/>
            <p:cNvCxnSpPr>
              <a:stCxn id="854" idx="6"/>
              <a:endCxn id="859" idx="2"/>
            </p:cNvCxnSpPr>
            <p:nvPr/>
          </p:nvCxnSpPr>
          <p:spPr>
            <a:xfrm>
              <a:off x="308570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g2c39dba05ed_0_871"/>
            <p:cNvCxnSpPr>
              <a:stCxn id="854" idx="6"/>
              <a:endCxn id="860" idx="2"/>
            </p:cNvCxnSpPr>
            <p:nvPr/>
          </p:nvCxnSpPr>
          <p:spPr>
            <a:xfrm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g2c39dba05ed_0_871"/>
            <p:cNvCxnSpPr>
              <a:stCxn id="855" idx="6"/>
              <a:endCxn id="857" idx="2"/>
            </p:cNvCxnSpPr>
            <p:nvPr/>
          </p:nvCxnSpPr>
          <p:spPr>
            <a:xfrm flipH="1" rot="10800000">
              <a:off x="308570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g2c39dba05ed_0_871"/>
            <p:cNvCxnSpPr>
              <a:stCxn id="855" idx="6"/>
              <a:endCxn id="860" idx="2"/>
            </p:cNvCxnSpPr>
            <p:nvPr/>
          </p:nvCxnSpPr>
          <p:spPr>
            <a:xfrm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g2c39dba05ed_0_871"/>
            <p:cNvCxnSpPr>
              <a:stCxn id="856" idx="6"/>
              <a:endCxn id="857" idx="2"/>
            </p:cNvCxnSpPr>
            <p:nvPr/>
          </p:nvCxnSpPr>
          <p:spPr>
            <a:xfrm flipH="1" rot="10800000">
              <a:off x="3085700" y="1582200"/>
              <a:ext cx="614400" cy="214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g2c39dba05ed_0_871"/>
            <p:cNvCxnSpPr>
              <a:stCxn id="856" idx="6"/>
              <a:endCxn id="858" idx="2"/>
            </p:cNvCxnSpPr>
            <p:nvPr/>
          </p:nvCxnSpPr>
          <p:spPr>
            <a:xfrm flipH="1" rot="10800000">
              <a:off x="308570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g2c39dba05ed_0_871"/>
            <p:cNvCxnSpPr>
              <a:stCxn id="856" idx="6"/>
              <a:endCxn id="859" idx="2"/>
            </p:cNvCxnSpPr>
            <p:nvPr/>
          </p:nvCxnSpPr>
          <p:spPr>
            <a:xfrm flipH="1" rot="10800000">
              <a:off x="308570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g2c39dba05ed_0_871"/>
            <p:cNvCxnSpPr>
              <a:stCxn id="856" idx="6"/>
              <a:endCxn id="860" idx="2"/>
            </p:cNvCxnSpPr>
            <p:nvPr/>
          </p:nvCxnSpPr>
          <p:spPr>
            <a:xfrm>
              <a:off x="3085700" y="37278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g2c39dba05ed_0_871"/>
            <p:cNvCxnSpPr>
              <a:stCxn id="857" idx="6"/>
              <a:endCxn id="861" idx="2"/>
            </p:cNvCxnSpPr>
            <p:nvPr/>
          </p:nvCxnSpPr>
          <p:spPr>
            <a:xfrm>
              <a:off x="4248650" y="15822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g2c39dba05ed_0_871"/>
            <p:cNvCxnSpPr>
              <a:stCxn id="857" idx="6"/>
              <a:endCxn id="862" idx="2"/>
            </p:cNvCxnSpPr>
            <p:nvPr/>
          </p:nvCxnSpPr>
          <p:spPr>
            <a:xfrm>
              <a:off x="4248650" y="15822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g2c39dba05ed_0_871"/>
            <p:cNvCxnSpPr>
              <a:stCxn id="858" idx="6"/>
              <a:endCxn id="861" idx="2"/>
            </p:cNvCxnSpPr>
            <p:nvPr/>
          </p:nvCxnSpPr>
          <p:spPr>
            <a:xfrm>
              <a:off x="42486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g2c39dba05ed_0_871"/>
            <p:cNvCxnSpPr>
              <a:stCxn id="858" idx="6"/>
              <a:endCxn id="862" idx="2"/>
            </p:cNvCxnSpPr>
            <p:nvPr/>
          </p:nvCxnSpPr>
          <p:spPr>
            <a:xfrm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g2c39dba05ed_0_871"/>
            <p:cNvCxnSpPr>
              <a:stCxn id="859" idx="6"/>
              <a:endCxn id="861" idx="2"/>
            </p:cNvCxnSpPr>
            <p:nvPr/>
          </p:nvCxnSpPr>
          <p:spPr>
            <a:xfrm flipH="1" rot="10800000">
              <a:off x="4248650" y="22974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g2c39dba05ed_0_871"/>
            <p:cNvCxnSpPr>
              <a:stCxn id="859" idx="6"/>
              <a:endCxn id="862" idx="2"/>
            </p:cNvCxnSpPr>
            <p:nvPr/>
          </p:nvCxnSpPr>
          <p:spPr>
            <a:xfrm>
              <a:off x="42486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5" name="Google Shape;895;g2c39dba05ed_0_871"/>
            <p:cNvCxnSpPr>
              <a:stCxn id="860" idx="6"/>
              <a:endCxn id="861" idx="2"/>
            </p:cNvCxnSpPr>
            <p:nvPr/>
          </p:nvCxnSpPr>
          <p:spPr>
            <a:xfrm flipH="1" rot="10800000">
              <a:off x="4248650" y="2297400"/>
              <a:ext cx="614400" cy="143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g2c39dba05ed_0_871"/>
            <p:cNvCxnSpPr>
              <a:stCxn id="860" idx="6"/>
              <a:endCxn id="862" idx="2"/>
            </p:cNvCxnSpPr>
            <p:nvPr/>
          </p:nvCxnSpPr>
          <p:spPr>
            <a:xfrm flipH="1" rot="10800000">
              <a:off x="4248650" y="3012600"/>
              <a:ext cx="614400" cy="71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g2c39dba05ed_0_871"/>
            <p:cNvCxnSpPr>
              <a:stCxn id="898" idx="0"/>
              <a:endCxn id="853" idx="2"/>
            </p:cNvCxnSpPr>
            <p:nvPr/>
          </p:nvCxnSpPr>
          <p:spPr>
            <a:xfrm flipH="1" rot="10800000">
              <a:off x="1874800" y="1582225"/>
              <a:ext cx="6621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g2c39dba05ed_0_871"/>
            <p:cNvCxnSpPr>
              <a:stCxn id="898" idx="0"/>
              <a:endCxn id="854" idx="2"/>
            </p:cNvCxnSpPr>
            <p:nvPr/>
          </p:nvCxnSpPr>
          <p:spPr>
            <a:xfrm flipH="1" rot="10800000">
              <a:off x="1874800" y="2297425"/>
              <a:ext cx="6621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g2c39dba05ed_0_871"/>
            <p:cNvCxnSpPr>
              <a:stCxn id="898" idx="0"/>
              <a:endCxn id="855" idx="2"/>
            </p:cNvCxnSpPr>
            <p:nvPr/>
          </p:nvCxnSpPr>
          <p:spPr>
            <a:xfrm flipH="1" rot="10800000">
              <a:off x="1874800" y="3012625"/>
              <a:ext cx="6621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8" name="Google Shape;898;g2c39dba05ed_0_871"/>
            <p:cNvSpPr/>
            <p:nvPr/>
          </p:nvSpPr>
          <p:spPr>
            <a:xfrm>
              <a:off x="160045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901" name="Google Shape;901;g2c39dba05ed_0_871"/>
            <p:cNvCxnSpPr>
              <a:stCxn id="898" idx="0"/>
              <a:endCxn id="856" idx="2"/>
            </p:cNvCxnSpPr>
            <p:nvPr/>
          </p:nvCxnSpPr>
          <p:spPr>
            <a:xfrm flipH="1" rot="10800000">
              <a:off x="1874800" y="3727825"/>
              <a:ext cx="6621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2" name="Google Shape;902;g2c39dba05ed_0_871"/>
            <p:cNvSpPr/>
            <p:nvPr/>
          </p:nvSpPr>
          <p:spPr>
            <a:xfrm>
              <a:off x="2867375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903" name="Google Shape;903;g2c39dba05ed_0_871"/>
            <p:cNvCxnSpPr>
              <a:stCxn id="902" idx="0"/>
              <a:endCxn id="857" idx="2"/>
            </p:cNvCxnSpPr>
            <p:nvPr/>
          </p:nvCxnSpPr>
          <p:spPr>
            <a:xfrm flipH="1" rot="10800000">
              <a:off x="3141725" y="1582225"/>
              <a:ext cx="558300" cy="253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g2c39dba05ed_0_871"/>
            <p:cNvCxnSpPr>
              <a:stCxn id="902" idx="0"/>
              <a:endCxn id="858" idx="2"/>
            </p:cNvCxnSpPr>
            <p:nvPr/>
          </p:nvCxnSpPr>
          <p:spPr>
            <a:xfrm flipH="1" rot="10800000">
              <a:off x="3141725" y="2297425"/>
              <a:ext cx="5583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5" name="Google Shape;905;g2c39dba05ed_0_871"/>
            <p:cNvCxnSpPr>
              <a:stCxn id="902" idx="0"/>
              <a:endCxn id="859" idx="2"/>
            </p:cNvCxnSpPr>
            <p:nvPr/>
          </p:nvCxnSpPr>
          <p:spPr>
            <a:xfrm flipH="1" rot="10800000">
              <a:off x="3141725" y="3012625"/>
              <a:ext cx="5583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g2c39dba05ed_0_871"/>
            <p:cNvCxnSpPr>
              <a:stCxn id="902" idx="0"/>
              <a:endCxn id="860" idx="2"/>
            </p:cNvCxnSpPr>
            <p:nvPr/>
          </p:nvCxnSpPr>
          <p:spPr>
            <a:xfrm flipH="1" rot="10800000">
              <a:off x="3141725" y="3727825"/>
              <a:ext cx="558300" cy="38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7" name="Google Shape;907;g2c39dba05ed_0_871"/>
            <p:cNvSpPr/>
            <p:nvPr/>
          </p:nvSpPr>
          <p:spPr>
            <a:xfrm>
              <a:off x="4134300" y="4114525"/>
              <a:ext cx="548700" cy="5487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1</a:t>
              </a:r>
              <a:endParaRPr/>
            </a:p>
          </p:txBody>
        </p:sp>
        <p:cxnSp>
          <p:nvCxnSpPr>
            <p:cNvPr id="908" name="Google Shape;908;g2c39dba05ed_0_871"/>
            <p:cNvCxnSpPr>
              <a:stCxn id="907" idx="0"/>
              <a:endCxn id="861" idx="2"/>
            </p:cNvCxnSpPr>
            <p:nvPr/>
          </p:nvCxnSpPr>
          <p:spPr>
            <a:xfrm flipH="1" rot="10800000">
              <a:off x="4408650" y="2297425"/>
              <a:ext cx="454200" cy="181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g2c39dba05ed_0_871"/>
            <p:cNvCxnSpPr>
              <a:stCxn id="907" idx="0"/>
              <a:endCxn id="862" idx="2"/>
            </p:cNvCxnSpPr>
            <p:nvPr/>
          </p:nvCxnSpPr>
          <p:spPr>
            <a:xfrm flipH="1" rot="10800000">
              <a:off x="4408650" y="3012625"/>
              <a:ext cx="454200" cy="11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0" name="Google Shape;910;g2c39dba05ed_0_871"/>
            <p:cNvSpPr/>
            <p:nvPr/>
          </p:nvSpPr>
          <p:spPr>
            <a:xfrm>
              <a:off x="6025850" y="20230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911" name="Google Shape;911;g2c39dba05ed_0_871"/>
            <p:cNvSpPr/>
            <p:nvPr/>
          </p:nvSpPr>
          <p:spPr>
            <a:xfrm>
              <a:off x="6025850" y="2738250"/>
              <a:ext cx="548700" cy="5487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y</a:t>
              </a:r>
              <a:endParaRPr/>
            </a:p>
          </p:txBody>
        </p:sp>
        <p:sp>
          <p:nvSpPr>
            <p:cNvPr id="912" name="Google Shape;912;g2c39dba05ed_0_871"/>
            <p:cNvSpPr/>
            <p:nvPr/>
          </p:nvSpPr>
          <p:spPr>
            <a:xfrm>
              <a:off x="4862900" y="20230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sp>
          <p:nvSpPr>
            <p:cNvPr id="913" name="Google Shape;913;g2c39dba05ed_0_871"/>
            <p:cNvSpPr/>
            <p:nvPr/>
          </p:nvSpPr>
          <p:spPr>
            <a:xfrm>
              <a:off x="4862900" y="2738250"/>
              <a:ext cx="548700" cy="54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/>
                <a:t>f</a:t>
              </a:r>
              <a:endParaRPr/>
            </a:p>
          </p:txBody>
        </p:sp>
        <p:cxnSp>
          <p:nvCxnSpPr>
            <p:cNvPr id="914" name="Google Shape;914;g2c39dba05ed_0_871"/>
            <p:cNvCxnSpPr>
              <a:stCxn id="910" idx="2"/>
              <a:endCxn id="912" idx="6"/>
            </p:cNvCxnSpPr>
            <p:nvPr/>
          </p:nvCxnSpPr>
          <p:spPr>
            <a:xfrm rot="10800000">
              <a:off x="5411450" y="22974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g2c39dba05ed_0_871"/>
            <p:cNvCxnSpPr>
              <a:stCxn id="911" idx="2"/>
              <a:endCxn id="913" idx="6"/>
            </p:cNvCxnSpPr>
            <p:nvPr/>
          </p:nvCxnSpPr>
          <p:spPr>
            <a:xfrm rot="10800000">
              <a:off x="5411450" y="3012600"/>
              <a:ext cx="61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6" name="Google Shape;916;g2c39dba05ed_0_871"/>
          <p:cNvSpPr/>
          <p:nvPr/>
        </p:nvSpPr>
        <p:spPr>
          <a:xfrm>
            <a:off x="5560550" y="1006225"/>
            <a:ext cx="3518100" cy="365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Борьба с переобучением - Dropout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g2c39dba05ed_0_8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238" y="1511025"/>
            <a:ext cx="2232725" cy="30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c39dba05ed_0_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</a:pPr>
            <a:r>
              <a:rPr lang="ru-RU"/>
              <a:t>Производные и градиент функции</a:t>
            </a:r>
            <a:endParaRPr/>
          </a:p>
        </p:txBody>
      </p:sp>
      <p:sp>
        <p:nvSpPr>
          <p:cNvPr id="923" name="Google Shape;923;g2c39dba05ed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24" name="Google Shape;924;g2c39dba05e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902" y="1087259"/>
            <a:ext cx="6822095" cy="3575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c39dba05ed_0_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</a:pPr>
            <a:r>
              <a:rPr lang="ru-RU"/>
              <a:t>Производные и градиент функции</a:t>
            </a:r>
            <a:endParaRPr/>
          </a:p>
        </p:txBody>
      </p:sp>
      <p:sp>
        <p:nvSpPr>
          <p:cNvPr id="930" name="Google Shape;930;g2c39dba05ed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31" name="Google Shape;931;g2c39dba05ed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300" y="2305924"/>
            <a:ext cx="2924583" cy="847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g2c39dba05ed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8634" y="1770433"/>
            <a:ext cx="5379900" cy="289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c39dba05ed_0_15"/>
          <p:cNvSpPr txBox="1"/>
          <p:nvPr>
            <p:ph type="title"/>
          </p:nvPr>
        </p:nvSpPr>
        <p:spPr>
          <a:xfrm>
            <a:off x="786025" y="314525"/>
            <a:ext cx="7038900" cy="91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</a:pPr>
            <a:r>
              <a:rPr lang="ru-RU"/>
              <a:t>Градиентный спуск</a:t>
            </a:r>
            <a:endParaRPr/>
          </a:p>
        </p:txBody>
      </p:sp>
      <p:sp>
        <p:nvSpPr>
          <p:cNvPr id="938" name="Google Shape;938;g2c39dba05ed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39" name="Google Shape;939;g2c39dba05ed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872" y="2689674"/>
            <a:ext cx="2928820" cy="219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g2c39dba05ed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689673"/>
            <a:ext cx="2928822" cy="219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g2c39dba05ed_0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321" y="359652"/>
            <a:ext cx="2667000" cy="200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2c39dba05ed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622" y="1178172"/>
            <a:ext cx="4712525" cy="10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bc72da1a54_0_15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Градиентный спуск</a:t>
            </a:r>
            <a:endParaRPr/>
          </a:p>
        </p:txBody>
      </p:sp>
      <p:sp>
        <p:nvSpPr>
          <p:cNvPr id="948" name="Google Shape;948;g2bc72da1a54_0_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49" name="Google Shape;949;g2bc72da1a54_0_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50" y="928610"/>
            <a:ext cx="7628701" cy="400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c39dba05ed_0_108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Градиентный спуск</a:t>
            </a:r>
            <a:endParaRPr/>
          </a:p>
        </p:txBody>
      </p:sp>
      <p:sp>
        <p:nvSpPr>
          <p:cNvPr id="955" name="Google Shape;955;g2c39dba05ed_0_10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56" name="Google Shape;956;g2c39dba05ed_0_10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8120977" cy="400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c39dba05ed_0_143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Vanishing gradient problem </a:t>
            </a:r>
            <a:endParaRPr/>
          </a:p>
        </p:txBody>
      </p:sp>
      <p:sp>
        <p:nvSpPr>
          <p:cNvPr id="962" name="Google Shape;962;g2c39dba05ed_0_14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63" name="Google Shape;963;g2c39dba05ed_0_14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8048238" cy="400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c39dba05ed_0_144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Vanishing gradient problem </a:t>
            </a:r>
            <a:endParaRPr/>
          </a:p>
        </p:txBody>
      </p:sp>
      <p:sp>
        <p:nvSpPr>
          <p:cNvPr id="969" name="Google Shape;969;g2c39dba05ed_0_14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70" name="Google Shape;970;g2c39dba05ed_0_14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000" y="935802"/>
            <a:ext cx="6964926" cy="220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g2c39dba05ed_0_14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974" y="3576744"/>
            <a:ext cx="2387450" cy="125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g2c39dba05ed_0_14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7750" y="4407975"/>
            <a:ext cx="16383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g2c39dba05ed_0_1442"/>
          <p:cNvSpPr txBox="1"/>
          <p:nvPr/>
        </p:nvSpPr>
        <p:spPr>
          <a:xfrm>
            <a:off x="4336675" y="3960225"/>
            <a:ext cx="301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Производная ReLU?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c39dba05ed_0_106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Выбор скорости обучения</a:t>
            </a:r>
            <a:endParaRPr/>
          </a:p>
        </p:txBody>
      </p:sp>
      <p:sp>
        <p:nvSpPr>
          <p:cNvPr id="979" name="Google Shape;979;g2c39dba05ed_0_10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80" name="Google Shape;980;g2c39dba05ed_0_10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77" y="1307998"/>
            <a:ext cx="4209608" cy="23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g2c39dba05ed_0_10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4654" y="1307998"/>
            <a:ext cx="3791948" cy="2290485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g2c39dba05ed_0_1067"/>
          <p:cNvSpPr txBox="1"/>
          <p:nvPr/>
        </p:nvSpPr>
        <p:spPr>
          <a:xfrm>
            <a:off x="539226" y="3912563"/>
            <a:ext cx="397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Визуализация поверхности ошибок как набора контуров.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983" name="Google Shape;983;g2c39dba05ed_0_1067"/>
          <p:cNvSpPr txBox="1"/>
          <p:nvPr/>
        </p:nvSpPr>
        <p:spPr>
          <a:xfrm>
            <a:off x="4879478" y="3912563"/>
            <a:ext cx="397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Если скорость обучения слишком велика.</a:t>
            </a:r>
            <a:endParaRPr sz="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c39dba05ed_0_132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Настройка скорости обучения</a:t>
            </a:r>
            <a:endParaRPr/>
          </a:p>
        </p:txBody>
      </p:sp>
      <p:sp>
        <p:nvSpPr>
          <p:cNvPr id="989" name="Google Shape;989;g2c39dba05ed_0_13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90" name="Google Shape;990;g2c39dba05ed_0_13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8839198" cy="337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c39dba05ed_0_130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4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Немного про нормализацию</a:t>
            </a:r>
            <a:endParaRPr/>
          </a:p>
        </p:txBody>
      </p:sp>
      <p:sp>
        <p:nvSpPr>
          <p:cNvPr id="996" name="Google Shape;996;g2c39dba05ed_0_13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97" name="Google Shape;997;g2c39dba05ed_0_13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1094310"/>
            <a:ext cx="8839199" cy="2442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c39dba05ed_0_130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Немного про нормализацию</a:t>
            </a:r>
            <a:endParaRPr/>
          </a:p>
        </p:txBody>
      </p:sp>
      <p:sp>
        <p:nvSpPr>
          <p:cNvPr id="1003" name="Google Shape;1003;g2c39dba05ed_0_13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004" name="Google Shape;1004;g2c39dba05ed_0_13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6673021" cy="400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c39dba05ed_0_131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Немного про нормализацию</a:t>
            </a:r>
            <a:endParaRPr/>
          </a:p>
        </p:txBody>
      </p:sp>
      <p:sp>
        <p:nvSpPr>
          <p:cNvPr id="1010" name="Google Shape;1010;g2c39dba05ed_0_13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011" name="Google Shape;1011;g2c39dba05ed_0_1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8839199" cy="2854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c39dba05ed_0_131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Немного про нормализацию</a:t>
            </a:r>
            <a:endParaRPr/>
          </a:p>
        </p:txBody>
      </p:sp>
      <p:sp>
        <p:nvSpPr>
          <p:cNvPr id="1017" name="Google Shape;1017;g2c39dba05ed_0_13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018" name="Google Shape;1018;g2c39dba05ed_0_13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6984329" cy="400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c39dba05ed_0_109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MiniBach Chorale Counterpoint Accompaniment Symbolic Music Generation System</a:t>
            </a:r>
            <a:endParaRPr/>
          </a:p>
        </p:txBody>
      </p:sp>
      <p:sp>
        <p:nvSpPr>
          <p:cNvPr id="1024" name="Google Shape;1024;g2c39dba05ed_0_10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25" name="Google Shape;1025;g2c39dba05ed_0_1095"/>
          <p:cNvSpPr/>
          <p:nvPr/>
        </p:nvSpPr>
        <p:spPr>
          <a:xfrm>
            <a:off x="279150" y="1234350"/>
            <a:ext cx="1967575" cy="1614700"/>
          </a:xfrm>
          <a:prstGeom prst="flowChartMagneticDisk">
            <a:avLst/>
          </a:prstGeom>
          <a:solidFill>
            <a:srgbClr val="76A5A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Corpus the set of </a:t>
            </a:r>
            <a:br>
              <a:rPr lang="ru-RU"/>
            </a:br>
            <a:r>
              <a:rPr lang="ru-RU"/>
              <a:t>J. S. Bach’s polyphonic chorales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[352 chorals]</a:t>
            </a:r>
            <a:endParaRPr/>
          </a:p>
        </p:txBody>
      </p:sp>
      <p:sp>
        <p:nvSpPr>
          <p:cNvPr id="1026" name="Google Shape;1026;g2c39dba05ed_0_1095"/>
          <p:cNvSpPr/>
          <p:nvPr/>
        </p:nvSpPr>
        <p:spPr>
          <a:xfrm>
            <a:off x="2131575" y="3442125"/>
            <a:ext cx="1967575" cy="1614700"/>
          </a:xfrm>
          <a:prstGeom prst="flowChartMagneticDisk">
            <a:avLst/>
          </a:prstGeom>
          <a:solidFill>
            <a:srgbClr val="76A5A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Selected Dataset</a:t>
            </a:r>
            <a:endParaRPr/>
          </a:p>
        </p:txBody>
      </p:sp>
      <p:cxnSp>
        <p:nvCxnSpPr>
          <p:cNvPr id="1027" name="Google Shape;1027;g2c39dba05ed_0_1095"/>
          <p:cNvCxnSpPr>
            <a:stCxn id="1025" idx="3"/>
            <a:endCxn id="1026" idx="2"/>
          </p:cNvCxnSpPr>
          <p:nvPr/>
        </p:nvCxnSpPr>
        <p:spPr>
          <a:xfrm>
            <a:off x="1262938" y="2849050"/>
            <a:ext cx="868500" cy="14004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8" name="Google Shape;1028;g2c39dba05ed_0_1095"/>
          <p:cNvSpPr txBox="1"/>
          <p:nvPr/>
        </p:nvSpPr>
        <p:spPr>
          <a:xfrm>
            <a:off x="427725" y="3442125"/>
            <a:ext cx="122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 такта по размерности 4/4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29" name="Google Shape;1029;g2c39dba05ed_0_1095"/>
          <p:cNvCxnSpPr>
            <a:stCxn id="1026" idx="4"/>
            <a:endCxn id="1030" idx="2"/>
          </p:cNvCxnSpPr>
          <p:nvPr/>
        </p:nvCxnSpPr>
        <p:spPr>
          <a:xfrm>
            <a:off x="4099150" y="4249475"/>
            <a:ext cx="2512200" cy="216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g2c39dba05ed_0_1095"/>
          <p:cNvSpPr txBox="1"/>
          <p:nvPr/>
        </p:nvSpPr>
        <p:spPr>
          <a:xfrm>
            <a:off x="4267438" y="4292375"/>
            <a:ext cx="217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Транспонирование по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тональностям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0" name="Google Shape;1030;g2c39dba05ed_0_1095"/>
          <p:cNvSpPr/>
          <p:nvPr/>
        </p:nvSpPr>
        <p:spPr>
          <a:xfrm>
            <a:off x="6611338" y="3463575"/>
            <a:ext cx="1967575" cy="1614700"/>
          </a:xfrm>
          <a:prstGeom prst="flowChartMagneticDisk">
            <a:avLst/>
          </a:prstGeom>
          <a:solidFill>
            <a:srgbClr val="76A5A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Augmented Selected Dataset</a:t>
            </a:r>
            <a:endParaRPr/>
          </a:p>
        </p:txBody>
      </p:sp>
      <p:pic>
        <p:nvPicPr>
          <p:cNvPr id="1032" name="Google Shape;1032;g2c39dba05ed_0_10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800" y="1158150"/>
            <a:ext cx="5946774" cy="218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g2c39dba05ed_0_1095"/>
          <p:cNvSpPr txBox="1"/>
          <p:nvPr/>
        </p:nvSpPr>
        <p:spPr>
          <a:xfrm>
            <a:off x="50175" y="4410325"/>
            <a:ext cx="229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Данные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c39dba05ed_0_110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MiniBach Chorale Counterpoint Accompaniment Symbolic Music Generation System</a:t>
            </a:r>
            <a:endParaRPr/>
          </a:p>
        </p:txBody>
      </p:sp>
      <p:sp>
        <p:nvSpPr>
          <p:cNvPr id="1039" name="Google Shape;1039;g2c39dba05ed_0_1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0" name="Google Shape;1040;g2c39dba05ed_0_1109"/>
          <p:cNvSpPr/>
          <p:nvPr/>
        </p:nvSpPr>
        <p:spPr>
          <a:xfrm>
            <a:off x="131163" y="2095075"/>
            <a:ext cx="1967575" cy="1614700"/>
          </a:xfrm>
          <a:prstGeom prst="flowChartMagneticDisk">
            <a:avLst/>
          </a:prstGeom>
          <a:solidFill>
            <a:srgbClr val="76A5A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Augmented Selected Dataset</a:t>
            </a:r>
            <a:endParaRPr/>
          </a:p>
        </p:txBody>
      </p:sp>
      <p:sp>
        <p:nvSpPr>
          <p:cNvPr id="1041" name="Google Shape;1041;g2c39dba05ed_0_1109"/>
          <p:cNvSpPr txBox="1"/>
          <p:nvPr/>
        </p:nvSpPr>
        <p:spPr>
          <a:xfrm>
            <a:off x="50150" y="4497000"/>
            <a:ext cx="5339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Представление данных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2" name="Google Shape;1042;g2c39dba05ed_0_1109"/>
          <p:cNvSpPr/>
          <p:nvPr/>
        </p:nvSpPr>
        <p:spPr>
          <a:xfrm>
            <a:off x="2679300" y="15612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g2c39dba05ed_0_1109"/>
          <p:cNvSpPr/>
          <p:nvPr/>
        </p:nvSpPr>
        <p:spPr>
          <a:xfrm>
            <a:off x="2679300" y="19548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2c39dba05ed_0_1109"/>
          <p:cNvSpPr/>
          <p:nvPr/>
        </p:nvSpPr>
        <p:spPr>
          <a:xfrm>
            <a:off x="2679300" y="23484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2c39dba05ed_0_1109"/>
          <p:cNvSpPr/>
          <p:nvPr/>
        </p:nvSpPr>
        <p:spPr>
          <a:xfrm>
            <a:off x="2679300" y="27420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g2c39dba05ed_0_1109"/>
          <p:cNvSpPr/>
          <p:nvPr/>
        </p:nvSpPr>
        <p:spPr>
          <a:xfrm>
            <a:off x="2679300" y="31356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g2c39dba05ed_0_1109"/>
          <p:cNvSpPr/>
          <p:nvPr/>
        </p:nvSpPr>
        <p:spPr>
          <a:xfrm>
            <a:off x="2679300" y="35292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2c39dba05ed_0_1109"/>
          <p:cNvSpPr/>
          <p:nvPr/>
        </p:nvSpPr>
        <p:spPr>
          <a:xfrm>
            <a:off x="2679300" y="39228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g2c39dba05ed_0_1109"/>
          <p:cNvSpPr/>
          <p:nvPr/>
        </p:nvSpPr>
        <p:spPr>
          <a:xfrm>
            <a:off x="3593100" y="1860775"/>
            <a:ext cx="978900" cy="234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2c39dba05ed_0_1109"/>
          <p:cNvSpPr/>
          <p:nvPr/>
        </p:nvSpPr>
        <p:spPr>
          <a:xfrm>
            <a:off x="3593100" y="2231275"/>
            <a:ext cx="978900" cy="234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2c39dba05ed_0_1109"/>
          <p:cNvSpPr/>
          <p:nvPr/>
        </p:nvSpPr>
        <p:spPr>
          <a:xfrm>
            <a:off x="3593100" y="2995375"/>
            <a:ext cx="978900" cy="234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2c39dba05ed_0_1109"/>
          <p:cNvSpPr/>
          <p:nvPr/>
        </p:nvSpPr>
        <p:spPr>
          <a:xfrm>
            <a:off x="3593100" y="3412075"/>
            <a:ext cx="978900" cy="234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2c39dba05ed_0_1109"/>
          <p:cNvSpPr/>
          <p:nvPr/>
        </p:nvSpPr>
        <p:spPr>
          <a:xfrm>
            <a:off x="3593100" y="3828775"/>
            <a:ext cx="978900" cy="234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4" name="Google Shape;1054;g2c39dba05ed_0_1109"/>
          <p:cNvCxnSpPr>
            <a:stCxn id="1042" idx="3"/>
          </p:cNvCxnSpPr>
          <p:nvPr/>
        </p:nvCxnSpPr>
        <p:spPr>
          <a:xfrm>
            <a:off x="45720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g2c39dba05ed_0_1109"/>
          <p:cNvCxnSpPr/>
          <p:nvPr/>
        </p:nvCxnSpPr>
        <p:spPr>
          <a:xfrm>
            <a:off x="48145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g2c39dba05ed_0_1109"/>
          <p:cNvCxnSpPr/>
          <p:nvPr/>
        </p:nvCxnSpPr>
        <p:spPr>
          <a:xfrm>
            <a:off x="50619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g2c39dba05ed_0_1109"/>
          <p:cNvCxnSpPr/>
          <p:nvPr/>
        </p:nvCxnSpPr>
        <p:spPr>
          <a:xfrm>
            <a:off x="53092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g2c39dba05ed_0_1109"/>
          <p:cNvCxnSpPr/>
          <p:nvPr/>
        </p:nvCxnSpPr>
        <p:spPr>
          <a:xfrm>
            <a:off x="55566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g2c39dba05ed_0_1109"/>
          <p:cNvCxnSpPr/>
          <p:nvPr/>
        </p:nvCxnSpPr>
        <p:spPr>
          <a:xfrm>
            <a:off x="58039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g2c39dba05ed_0_1109"/>
          <p:cNvCxnSpPr/>
          <p:nvPr/>
        </p:nvCxnSpPr>
        <p:spPr>
          <a:xfrm>
            <a:off x="60513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g2c39dba05ed_0_1109"/>
          <p:cNvCxnSpPr/>
          <p:nvPr/>
        </p:nvCxnSpPr>
        <p:spPr>
          <a:xfrm>
            <a:off x="62986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g2c39dba05ed_0_1109"/>
          <p:cNvCxnSpPr/>
          <p:nvPr/>
        </p:nvCxnSpPr>
        <p:spPr>
          <a:xfrm>
            <a:off x="65460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g2c39dba05ed_0_1109"/>
          <p:cNvCxnSpPr/>
          <p:nvPr/>
        </p:nvCxnSpPr>
        <p:spPr>
          <a:xfrm>
            <a:off x="67933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g2c39dba05ed_0_1109"/>
          <p:cNvCxnSpPr/>
          <p:nvPr/>
        </p:nvCxnSpPr>
        <p:spPr>
          <a:xfrm>
            <a:off x="70407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g2c39dba05ed_0_1109"/>
          <p:cNvCxnSpPr/>
          <p:nvPr/>
        </p:nvCxnSpPr>
        <p:spPr>
          <a:xfrm>
            <a:off x="72880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g2c39dba05ed_0_1109"/>
          <p:cNvCxnSpPr/>
          <p:nvPr/>
        </p:nvCxnSpPr>
        <p:spPr>
          <a:xfrm>
            <a:off x="75354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g2c39dba05ed_0_1109"/>
          <p:cNvCxnSpPr/>
          <p:nvPr/>
        </p:nvCxnSpPr>
        <p:spPr>
          <a:xfrm>
            <a:off x="77827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8" name="Google Shape;1068;g2c39dba05ed_0_1109"/>
          <p:cNvSpPr txBox="1"/>
          <p:nvPr/>
        </p:nvSpPr>
        <p:spPr>
          <a:xfrm>
            <a:off x="6679500" y="1307850"/>
            <a:ext cx="15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Piano Roll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69" name="Google Shape;1069;g2c39dba05ed_0_1109"/>
          <p:cNvCxnSpPr/>
          <p:nvPr/>
        </p:nvCxnSpPr>
        <p:spPr>
          <a:xfrm>
            <a:off x="80301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g2c39dba05ed_0_1109"/>
          <p:cNvCxnSpPr/>
          <p:nvPr/>
        </p:nvCxnSpPr>
        <p:spPr>
          <a:xfrm>
            <a:off x="82774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g2c39dba05ed_0_1109"/>
          <p:cNvCxnSpPr/>
          <p:nvPr/>
        </p:nvCxnSpPr>
        <p:spPr>
          <a:xfrm>
            <a:off x="85248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g2c39dba05ed_0_1109"/>
          <p:cNvCxnSpPr/>
          <p:nvPr/>
        </p:nvCxnSpPr>
        <p:spPr>
          <a:xfrm>
            <a:off x="877215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g2c39dba05ed_0_1109"/>
          <p:cNvCxnSpPr/>
          <p:nvPr/>
        </p:nvCxnSpPr>
        <p:spPr>
          <a:xfrm>
            <a:off x="9019500" y="1758025"/>
            <a:ext cx="4800" cy="28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g2c39dba05ed_0_1109"/>
          <p:cNvSpPr txBox="1"/>
          <p:nvPr/>
        </p:nvSpPr>
        <p:spPr>
          <a:xfrm>
            <a:off x="4814550" y="4659925"/>
            <a:ext cx="122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1/16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5" name="Google Shape;1075;g2c39dba05ed_0_1109"/>
          <p:cNvSpPr/>
          <p:nvPr/>
        </p:nvSpPr>
        <p:spPr>
          <a:xfrm>
            <a:off x="4572000" y="3827650"/>
            <a:ext cx="489900" cy="23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g2c39dba05ed_0_1109"/>
          <p:cNvSpPr/>
          <p:nvPr/>
        </p:nvSpPr>
        <p:spPr>
          <a:xfrm>
            <a:off x="5066696" y="3529225"/>
            <a:ext cx="489900" cy="3936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g2c39dba05ed_0_1109"/>
          <p:cNvSpPr/>
          <p:nvPr/>
        </p:nvSpPr>
        <p:spPr>
          <a:xfrm>
            <a:off x="5577150" y="3135625"/>
            <a:ext cx="489900" cy="3936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g2c39dba05ed_0_1109"/>
          <p:cNvSpPr/>
          <p:nvPr/>
        </p:nvSpPr>
        <p:spPr>
          <a:xfrm>
            <a:off x="6067050" y="1954825"/>
            <a:ext cx="731100" cy="3936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g2c39dba05ed_0_1109"/>
          <p:cNvSpPr/>
          <p:nvPr/>
        </p:nvSpPr>
        <p:spPr>
          <a:xfrm>
            <a:off x="7540200" y="3827650"/>
            <a:ext cx="489900" cy="23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g2c39dba05ed_0_1109"/>
          <p:cNvSpPr/>
          <p:nvPr/>
        </p:nvSpPr>
        <p:spPr>
          <a:xfrm>
            <a:off x="7045496" y="4316425"/>
            <a:ext cx="489900" cy="3936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g2c39dba05ed_0_1109"/>
          <p:cNvSpPr/>
          <p:nvPr/>
        </p:nvSpPr>
        <p:spPr>
          <a:xfrm>
            <a:off x="8036196" y="3529225"/>
            <a:ext cx="489900" cy="3936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2c39dba05ed_0_1109"/>
          <p:cNvSpPr/>
          <p:nvPr/>
        </p:nvSpPr>
        <p:spPr>
          <a:xfrm>
            <a:off x="8524800" y="3828775"/>
            <a:ext cx="489900" cy="23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2c39dba05ed_0_1109"/>
          <p:cNvSpPr/>
          <p:nvPr/>
        </p:nvSpPr>
        <p:spPr>
          <a:xfrm>
            <a:off x="2684100" y="4316425"/>
            <a:ext cx="189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c39dba05ed_0_115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MiniBach Chorale Counterpoint Accompaniment Symbolic Music Generation System</a:t>
            </a:r>
            <a:endParaRPr/>
          </a:p>
        </p:txBody>
      </p:sp>
      <p:sp>
        <p:nvSpPr>
          <p:cNvPr id="1089" name="Google Shape;1089;g2c39dba05ed_0_11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90" name="Google Shape;1090;g2c39dba05ed_0_1158"/>
          <p:cNvSpPr txBox="1"/>
          <p:nvPr/>
        </p:nvSpPr>
        <p:spPr>
          <a:xfrm>
            <a:off x="50150" y="4497000"/>
            <a:ext cx="53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Архитектура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91" name="Google Shape;1091;g2c39dba05ed_0_1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25" y="1307850"/>
            <a:ext cx="6219924" cy="326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g2c39dba05ed_0_1158"/>
          <p:cNvSpPr txBox="1"/>
          <p:nvPr/>
        </p:nvSpPr>
        <p:spPr>
          <a:xfrm>
            <a:off x="6458825" y="1538700"/>
            <a:ext cx="2615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Input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21 нота * 16 интервалов на такт * 4 такта = 1344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3" name="Google Shape;1093;g2c39dba05ed_0_1158"/>
          <p:cNvSpPr txBox="1"/>
          <p:nvPr/>
        </p:nvSpPr>
        <p:spPr>
          <a:xfrm>
            <a:off x="6458825" y="2471700"/>
            <a:ext cx="2615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Output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Alto(21 * 16 * 4) + Tenor(21 * 16 * 4 ) + Bass(28 * 16 * 4) = 4480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c39dba05ed_0_1167"/>
          <p:cNvSpPr txBox="1"/>
          <p:nvPr/>
        </p:nvSpPr>
        <p:spPr>
          <a:xfrm>
            <a:off x="769950" y="1656725"/>
            <a:ext cx="2615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Loss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binary cross-entropy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Hidden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ReLU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Output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Sigmoid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9" name="Google Shape;1099;g2c39dba05ed_0_116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MiniBach Chorale Counterpoint Accompaniment Symbolic Music Generation System</a:t>
            </a:r>
            <a:endParaRPr/>
          </a:p>
        </p:txBody>
      </p:sp>
      <p:sp>
        <p:nvSpPr>
          <p:cNvPr id="1100" name="Google Shape;1100;g2c39dba05ed_0_1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1" name="Google Shape;1101;g2c39dba05ed_0_1167"/>
          <p:cNvSpPr txBox="1"/>
          <p:nvPr/>
        </p:nvSpPr>
        <p:spPr>
          <a:xfrm>
            <a:off x="50150" y="4497000"/>
            <a:ext cx="53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Архитектура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2" name="Google Shape;1102;g2c39dba05ed_0_1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166700" y="1220703"/>
            <a:ext cx="3719210" cy="367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g2c39dba05ed_0_1167"/>
          <p:cNvSpPr txBox="1"/>
          <p:nvPr/>
        </p:nvSpPr>
        <p:spPr>
          <a:xfrm>
            <a:off x="237900" y="2663625"/>
            <a:ext cx="3679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Объективные ограничения: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-"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Фиксированный размер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-"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Сгенерированный аккомпанемент создается за один шаг, без какой-либо возможности вмешательства человека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ba3d66f664_0_40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sz="2380"/>
              <a:t>ЛР5. Инструменты работы с нейронными сетями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80"/>
          </a:p>
        </p:txBody>
      </p:sp>
      <p:sp>
        <p:nvSpPr>
          <p:cNvPr id="1110" name="Google Shape;1110;g2ba3d66f664_0_4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1" name="Google Shape;1111;g2ba3d66f664_0_408"/>
          <p:cNvSpPr txBox="1"/>
          <p:nvPr/>
        </p:nvSpPr>
        <p:spPr>
          <a:xfrm>
            <a:off x="296850" y="1160288"/>
            <a:ext cx="8423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Старт: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19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марта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Дедлайн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26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марта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Ссылка на ЛР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3"/>
              </a:rPr>
              <a:t>https://colab.research.google.com/drive/1jhL8c3AVji49hLY3rfwOA-XuJiwtPNEt?usp=sharing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Баллы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0 - 10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человек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1-2-3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112" name="Google Shape;1112;g2ba3d66f664_0_4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871" y="3392925"/>
            <a:ext cx="2039975" cy="12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2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1118" name="Google Shape;1118;p25"/>
          <p:cNvSpPr txBox="1"/>
          <p:nvPr/>
        </p:nvSpPr>
        <p:spPr>
          <a:xfrm>
            <a:off x="5606275" y="4158400"/>
            <a:ext cx="349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19" name="Google Shape;111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